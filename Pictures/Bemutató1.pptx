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28BA"/>
    <a:srgbClr val="50AED8"/>
    <a:srgbClr val="29AD3C"/>
    <a:srgbClr val="FBB753"/>
    <a:srgbClr val="ED8855"/>
    <a:srgbClr val="F6AC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514FDB-C869-1319-A9A7-C6C0F62C0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472CCA2-E59D-AC50-30C9-8428C2DE2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2E8CD20-53CD-9611-0E10-3B7B3BEB6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A95-3234-48D1-BBB6-FEF77B066D7E}" type="datetimeFigureOut">
              <a:rPr lang="hu-HU" smtClean="0"/>
              <a:t>2026. 05. 01.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FD9B49C-21BD-2594-344A-8B694BE1E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B100393-9486-80E0-57B3-60E98803D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3D81-2AA7-4F19-ADC3-761DD48A96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721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24D873-4AAB-7246-D8DD-A80F746C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83B66D-CE62-4BB2-125E-FE5C099B7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276CB38-416A-C474-C7CE-B69E99071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A95-3234-48D1-BBB6-FEF77B066D7E}" type="datetimeFigureOut">
              <a:rPr lang="hu-HU" smtClean="0"/>
              <a:t>2026. 05. 01.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90F0CC7-9CB3-7FEB-6DEA-CA1AD390B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3BCC077-8732-E25E-D41B-352ED74D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3D81-2AA7-4F19-ADC3-761DD48A96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5250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86C80A-4A0E-A59F-2471-105F980A0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355A771-DE8F-CDC8-950A-4488C8A3D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470E60F-A2F2-4CC2-012A-54E166F36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A95-3234-48D1-BBB6-FEF77B066D7E}" type="datetimeFigureOut">
              <a:rPr lang="hu-HU" smtClean="0"/>
              <a:t>2026. 05. 01.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8E22B78-2AD3-AB46-1341-FC56AFEB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1ACAFCC-FA08-1F49-D8FE-DFEAF8EDA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3D81-2AA7-4F19-ADC3-761DD48A96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8960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3ACEE3-8B41-88B7-63C4-A8F76E810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5225EE-3D29-C95E-89B0-816830329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46EB3EC-492C-6105-41E0-B426FD921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35DE307-82CD-A610-EBD9-F8291D249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A95-3234-48D1-BBB6-FEF77B066D7E}" type="datetimeFigureOut">
              <a:rPr lang="hu-HU" smtClean="0"/>
              <a:t>2026. 05. 01.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C76A2BA-AE0A-160A-6F82-5B75748C5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2083883-E6B0-7589-5858-3C6F0694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3D81-2AA7-4F19-ADC3-761DD48A96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13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2584E9-9BD7-9FB2-4819-8D60BFAF5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F93A6B7-78B0-72D5-FA7C-43262510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6F96600-ECA5-36ED-A99B-9A81173F7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D0C36240-8518-AF99-4746-9AAC86FCD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015DAEB-1E79-53D6-E79D-C11696BFB7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5CB9DEE-E551-FA28-116E-626269BF5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A95-3234-48D1-BBB6-FEF77B066D7E}" type="datetimeFigureOut">
              <a:rPr lang="hu-HU" smtClean="0"/>
              <a:t>2026. 05. 01.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0586FA0-CA71-5B26-74F3-6BE36C6E4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684BA038-45BC-8BF6-1A3E-878D396E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3D81-2AA7-4F19-ADC3-761DD48A96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7759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48BB80-1E9A-B884-820E-2399ED29C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E59444A-E922-5AD4-CA6E-5C4E6A48A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A95-3234-48D1-BBB6-FEF77B066D7E}" type="datetimeFigureOut">
              <a:rPr lang="hu-HU" smtClean="0"/>
              <a:t>2026. 05. 01.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C414905-406B-291E-0F43-E40469F20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9C6594F-F9EB-6CB1-A058-EC0D942B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3D81-2AA7-4F19-ADC3-761DD48A96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0374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A828A1E-9EED-B8D7-123E-3A695BFF0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A95-3234-48D1-BBB6-FEF77B066D7E}" type="datetimeFigureOut">
              <a:rPr lang="hu-HU" smtClean="0"/>
              <a:t>2026. 05. 01.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376ED8D0-2387-78B6-9CCF-CAD76030B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594C83F-E550-9F4B-5AD8-5DF9363A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3D81-2AA7-4F19-ADC3-761DD48A96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878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2B47DC-E127-5A58-ACA2-ACA38C1AE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0A11795-95E7-35C3-8146-4AC66730E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BF530B5-F63C-08E7-975C-D7F3D700E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A721DFC-45FA-9661-C736-5B95DD5DB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A95-3234-48D1-BBB6-FEF77B066D7E}" type="datetimeFigureOut">
              <a:rPr lang="hu-HU" smtClean="0"/>
              <a:t>2026. 05. 01.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CEB4E97-29CD-2441-0C28-9473D4ED4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5F5BE11-EBA5-598E-ED37-6CD9FBBC5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3D81-2AA7-4F19-ADC3-761DD48A96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3809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3F240E-972D-A20C-8B6F-87ADEB3B1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09B867A0-C65C-F3DA-6D75-847BF3AB2C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488C336-F88E-6FAC-6731-B7BE42B0E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C7D4DF7-C394-F521-6189-30ECC4BC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A95-3234-48D1-BBB6-FEF77B066D7E}" type="datetimeFigureOut">
              <a:rPr lang="hu-HU" smtClean="0"/>
              <a:t>2026. 05. 01.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566E39C-918D-225B-3BAB-84A00578C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90DA35E-F611-0ACE-7D9A-7A3D344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3D81-2AA7-4F19-ADC3-761DD48A96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704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8086D03-0160-BEAF-F41D-7504ABE94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E1570B1-6A49-D2EE-FCC8-E3C501E1E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043C662-2A35-0C01-E16C-AE52098F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A95-3234-48D1-BBB6-FEF77B066D7E}" type="datetimeFigureOut">
              <a:rPr lang="hu-HU" smtClean="0"/>
              <a:t>2026. 05. 01.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1A87687-FFBB-3BCE-99F9-D7381A685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EAC459E-036D-FE42-D916-B96A0B7D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3D81-2AA7-4F19-ADC3-761DD48A96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0199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4D9CE23-2820-27B5-35F9-5D40C9FCC1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AD35612-22F6-B245-3D85-0AACFEB60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41BDFC3-0FA3-6FC4-46DF-2F477F636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A95-3234-48D1-BBB6-FEF77B066D7E}" type="datetimeFigureOut">
              <a:rPr lang="hu-HU" smtClean="0"/>
              <a:t>2026. 05. 01.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C77F276-3FEB-8469-1A9F-910EB2077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701C803-8BAF-202C-E892-773005D20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3D81-2AA7-4F19-ADC3-761DD48A96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935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D2BDFE2C-ABAC-EEB2-F598-063FD962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0DBBF3A-CD14-E464-E261-7AF7D3DA0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26ACC7A-3016-21E4-609F-AF4578BC9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9D5A95-3234-48D1-BBB6-FEF77B066D7E}" type="datetimeFigureOut">
              <a:rPr lang="hu-HU" smtClean="0"/>
              <a:t>2026. 05. 01.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9B02307-7AF9-1872-E999-F6B1B6EE6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56E37FB-7678-829B-4B37-AB40F0DF4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DF3D81-2AA7-4F19-ADC3-761DD48A96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589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024B7D65-DF63-B9E2-901A-E47B970A4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952363"/>
              </p:ext>
            </p:extLst>
          </p:nvPr>
        </p:nvGraphicFramePr>
        <p:xfrm>
          <a:off x="622168" y="719666"/>
          <a:ext cx="11425312" cy="609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041">
                  <a:extLst>
                    <a:ext uri="{9D8B030D-6E8A-4147-A177-3AD203B41FA5}">
                      <a16:colId xmlns:a16="http://schemas.microsoft.com/office/drawing/2014/main" val="460492588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3291403809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3984291233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2309122227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3263253345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2400041370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1505386854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1967276334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2298693502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13567223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833944839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955088772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3863421970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2110008854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974747347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906009209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3654246059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743990924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2007091102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321302978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414455829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2165823522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836886162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3678783438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125102333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137475916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2055944545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2779332423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3729509548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55662249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179882537"/>
                    </a:ext>
                  </a:extLst>
                </a:gridCol>
                <a:gridCol w="357041">
                  <a:extLst>
                    <a:ext uri="{9D8B030D-6E8A-4147-A177-3AD203B41FA5}">
                      <a16:colId xmlns:a16="http://schemas.microsoft.com/office/drawing/2014/main" val="2816340249"/>
                    </a:ext>
                  </a:extLst>
                </a:gridCol>
              </a:tblGrid>
              <a:tr h="609513"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368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7533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B315E821-A8BA-DDEC-8554-61C2D22607B7}"/>
              </a:ext>
            </a:extLst>
          </p:cNvPr>
          <p:cNvSpPr/>
          <p:nvPr/>
        </p:nvSpPr>
        <p:spPr>
          <a:xfrm>
            <a:off x="4277360" y="2245360"/>
            <a:ext cx="5598159" cy="188467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noProof="1">
                <a:solidFill>
                  <a:schemeClr val="tx1"/>
                </a:solidFill>
              </a:rPr>
              <a:t>Számológép</a:t>
            </a:r>
          </a:p>
          <a:p>
            <a:pPr algn="ctr"/>
            <a:endParaRPr lang="hu-HU" noProof="1"/>
          </a:p>
          <a:p>
            <a:pPr algn="ctr"/>
            <a:endParaRPr lang="hu-HU" noProof="1"/>
          </a:p>
          <a:p>
            <a:pPr algn="ctr"/>
            <a:endParaRPr lang="hu-HU" noProof="1"/>
          </a:p>
          <a:p>
            <a:pPr algn="ctr"/>
            <a:endParaRPr lang="hu-HU" noProof="1"/>
          </a:p>
          <a:p>
            <a:pPr algn="ctr"/>
            <a:endParaRPr lang="hu-HU" noProof="1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AF2EC565-71EE-15A5-809D-617F9236DD3E}"/>
              </a:ext>
            </a:extLst>
          </p:cNvPr>
          <p:cNvSpPr/>
          <p:nvPr/>
        </p:nvSpPr>
        <p:spPr>
          <a:xfrm>
            <a:off x="2333360" y="2245361"/>
            <a:ext cx="1720480" cy="188467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noProof="1">
                <a:solidFill>
                  <a:schemeClr val="tx1"/>
                </a:solidFill>
              </a:rPr>
              <a:t>Parser</a:t>
            </a:r>
          </a:p>
          <a:p>
            <a:pPr algn="ctr"/>
            <a:endParaRPr lang="hu-HU" noProof="1"/>
          </a:p>
          <a:p>
            <a:pPr algn="ctr"/>
            <a:endParaRPr lang="hu-HU" noProof="1"/>
          </a:p>
          <a:p>
            <a:pPr algn="ctr"/>
            <a:endParaRPr lang="hu-HU" noProof="1"/>
          </a:p>
          <a:p>
            <a:pPr algn="ctr"/>
            <a:endParaRPr lang="hu-HU" noProof="1"/>
          </a:p>
          <a:p>
            <a:pPr algn="ctr"/>
            <a:endParaRPr lang="hu-HU" noProof="1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AFB69835-2A72-9392-59B1-AEE07E52FAC3}"/>
              </a:ext>
            </a:extLst>
          </p:cNvPr>
          <p:cNvSpPr/>
          <p:nvPr/>
        </p:nvSpPr>
        <p:spPr>
          <a:xfrm>
            <a:off x="496243" y="2938780"/>
            <a:ext cx="1512000" cy="98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noProof="1"/>
              <a:t>Beérkezik a kiszámolandó egyenlet</a:t>
            </a:r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A1546A88-F5B8-CF90-33FE-C51EC9BAD586}"/>
              </a:ext>
            </a:extLst>
          </p:cNvPr>
          <p:cNvSpPr/>
          <p:nvPr/>
        </p:nvSpPr>
        <p:spPr>
          <a:xfrm>
            <a:off x="2440243" y="2938780"/>
            <a:ext cx="1512000" cy="98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noProof="1"/>
              <a:t>Tokenizálás</a:t>
            </a:r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FF987B3F-D1F6-01F3-7440-03BD7568D6B9}"/>
              </a:ext>
            </a:extLst>
          </p:cNvPr>
          <p:cNvSpPr/>
          <p:nvPr/>
        </p:nvSpPr>
        <p:spPr>
          <a:xfrm>
            <a:off x="4384243" y="2938780"/>
            <a:ext cx="1512000" cy="98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noProof="1"/>
              <a:t>Lengyel formára hozás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471D42B5-0A3D-117A-342D-3BAB024DE552}"/>
              </a:ext>
            </a:extLst>
          </p:cNvPr>
          <p:cNvSpPr/>
          <p:nvPr/>
        </p:nvSpPr>
        <p:spPr>
          <a:xfrm>
            <a:off x="6328243" y="2938780"/>
            <a:ext cx="1512000" cy="98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noProof="1"/>
              <a:t>Kifejezésfa elkészítése</a:t>
            </a:r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08451F62-1B7F-3C10-743E-D338B5DD4F0C}"/>
              </a:ext>
            </a:extLst>
          </p:cNvPr>
          <p:cNvSpPr/>
          <p:nvPr/>
        </p:nvSpPr>
        <p:spPr>
          <a:xfrm>
            <a:off x="8272243" y="2938780"/>
            <a:ext cx="1512000" cy="98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noProof="1"/>
              <a:t>Kiértékelés mélységi bejárással</a:t>
            </a: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5A733C02-10AA-1A40-0604-B58A4D4C468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008243" y="3429000"/>
            <a:ext cx="432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7454A5C7-2207-0ADF-E101-38BCD921BD0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952243" y="3429000"/>
            <a:ext cx="432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E19C11B5-B919-82F9-DA39-B123645C421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896243" y="3429000"/>
            <a:ext cx="432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08056651-FD9B-7636-FA8F-F30754FBF47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840243" y="3429000"/>
            <a:ext cx="432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Ellipszis 41">
            <a:extLst>
              <a:ext uri="{FF2B5EF4-FFF2-40B4-BE49-F238E27FC236}">
                <a16:creationId xmlns:a16="http://schemas.microsoft.com/office/drawing/2014/main" id="{3798DDFB-1091-1588-5DF5-83DB42379762}"/>
              </a:ext>
            </a:extLst>
          </p:cNvPr>
          <p:cNvSpPr/>
          <p:nvPr/>
        </p:nvSpPr>
        <p:spPr>
          <a:xfrm>
            <a:off x="10216243" y="2938780"/>
            <a:ext cx="1512000" cy="980440"/>
          </a:xfrm>
          <a:prstGeom prst="ellipse">
            <a:avLst/>
          </a:prstGeom>
          <a:solidFill>
            <a:srgbClr val="29AD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noProof="1"/>
              <a:t>Eredmény</a:t>
            </a:r>
          </a:p>
        </p:txBody>
      </p:sp>
      <p:cxnSp>
        <p:nvCxnSpPr>
          <p:cNvPr id="44" name="Egyenes összekötő nyíllal 43">
            <a:extLst>
              <a:ext uri="{FF2B5EF4-FFF2-40B4-BE49-F238E27FC236}">
                <a16:creationId xmlns:a16="http://schemas.microsoft.com/office/drawing/2014/main" id="{D20774C8-6E1E-883B-1451-D48DCAAAA0AC}"/>
              </a:ext>
            </a:extLst>
          </p:cNvPr>
          <p:cNvCxnSpPr>
            <a:cxnSpLocks/>
            <a:stCxn id="8" idx="3"/>
            <a:endCxn id="42" idx="2"/>
          </p:cNvCxnSpPr>
          <p:nvPr/>
        </p:nvCxnSpPr>
        <p:spPr>
          <a:xfrm>
            <a:off x="9784243" y="3429000"/>
            <a:ext cx="432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434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719CE2F0-B292-F1EB-8BA2-6C8888E729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609622"/>
              </p:ext>
            </p:extLst>
          </p:nvPr>
        </p:nvGraphicFramePr>
        <p:xfrm>
          <a:off x="1347216" y="1188720"/>
          <a:ext cx="9320784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5024">
                  <a:extLst>
                    <a:ext uri="{9D8B030D-6E8A-4147-A177-3AD203B41FA5}">
                      <a16:colId xmlns:a16="http://schemas.microsoft.com/office/drawing/2014/main" val="4139888159"/>
                    </a:ext>
                  </a:extLst>
                </a:gridCol>
                <a:gridCol w="4175760">
                  <a:extLst>
                    <a:ext uri="{9D8B030D-6E8A-4147-A177-3AD203B41FA5}">
                      <a16:colId xmlns:a16="http://schemas.microsoft.com/office/drawing/2014/main" val="2969731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800"/>
                        </a:spcAft>
                      </a:pPr>
                      <a:r>
                        <a:rPr lang="hu-HU" sz="4800" b="0" noProof="1">
                          <a:solidFill>
                            <a:schemeClr val="tx1"/>
                          </a:solidFill>
                        </a:rPr>
                        <a:t>Tokenek:</a:t>
                      </a:r>
                    </a:p>
                    <a:p>
                      <a:r>
                        <a:rPr lang="hu-HU" sz="4800" b="0" noProof="1">
                          <a:solidFill>
                            <a:schemeClr val="tx1"/>
                          </a:solidFill>
                          <a:highlight>
                            <a:srgbClr val="29AD3C"/>
                          </a:highlight>
                        </a:rPr>
                        <a:t>[0-9]+</a:t>
                      </a:r>
                    </a:p>
                    <a:p>
                      <a:r>
                        <a:rPr lang="hu-HU" sz="4800" b="0" noProof="1">
                          <a:solidFill>
                            <a:schemeClr val="tx1"/>
                          </a:solidFill>
                        </a:rPr>
                        <a:t>[1-9][0-9]*\.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4800" b="0" noProof="1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</a:rPr>
                        <a:t>[1-9][0-9]*\.[0-9]+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4800" b="0" noProof="1">
                          <a:solidFill>
                            <a:schemeClr val="tx1"/>
                          </a:solidFill>
                        </a:rPr>
                        <a:t>Keresett szó: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4800" b="0" noProof="1">
                          <a:solidFill>
                            <a:schemeClr val="tx1"/>
                          </a:solidFill>
                          <a:highlight>
                            <a:srgbClr val="29AD3C"/>
                          </a:highlight>
                        </a:rPr>
                        <a:t>2718</a:t>
                      </a:r>
                      <a:r>
                        <a:rPr lang="hu-HU" sz="4800" b="0" noProof="1">
                          <a:solidFill>
                            <a:schemeClr val="tx1"/>
                          </a:solidFill>
                        </a:rPr>
                        <a:t>.28</a:t>
                      </a:r>
                    </a:p>
                    <a:p>
                      <a:endParaRPr lang="hu-HU" sz="4800" b="0" noProof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22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536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0618C48D-49F3-472D-CBBC-4CBD3858C0B0}"/>
              </a:ext>
            </a:extLst>
          </p:cNvPr>
          <p:cNvSpPr/>
          <p:nvPr/>
        </p:nvSpPr>
        <p:spPr>
          <a:xfrm>
            <a:off x="4945930" y="2108461"/>
            <a:ext cx="2300140" cy="132053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noProof="1"/>
              <a:t>ViewModel</a:t>
            </a:r>
          </a:p>
        </p:txBody>
      </p: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6A9DF171-912B-2299-17F3-534B543DE34A}"/>
              </a:ext>
            </a:extLst>
          </p:cNvPr>
          <p:cNvGrpSpPr/>
          <p:nvPr/>
        </p:nvGrpSpPr>
        <p:grpSpPr>
          <a:xfrm>
            <a:off x="1994554" y="3984395"/>
            <a:ext cx="8202891" cy="1320539"/>
            <a:chOff x="2677212" y="3465921"/>
            <a:chExt cx="8202891" cy="1320539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F2FF13C8-EDE3-1767-1446-DCDE4507A206}"/>
                </a:ext>
              </a:extLst>
            </p:cNvPr>
            <p:cNvSpPr/>
            <p:nvPr/>
          </p:nvSpPr>
          <p:spPr>
            <a:xfrm>
              <a:off x="2677212" y="3465921"/>
              <a:ext cx="2300140" cy="1320539"/>
            </a:xfrm>
            <a:prstGeom prst="roundRect">
              <a:avLst/>
            </a:prstGeom>
            <a:solidFill>
              <a:srgbClr val="FBB7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400" noProof="1"/>
                <a:t>Model</a:t>
              </a:r>
            </a:p>
          </p:txBody>
        </p:sp>
        <p:sp>
          <p:nvSpPr>
            <p:cNvPr id="6" name="Téglalap: lekerekített 5">
              <a:extLst>
                <a:ext uri="{FF2B5EF4-FFF2-40B4-BE49-F238E27FC236}">
                  <a16:creationId xmlns:a16="http://schemas.microsoft.com/office/drawing/2014/main" id="{A0249D09-687D-89EF-43CA-F638BBD84599}"/>
                </a:ext>
              </a:extLst>
            </p:cNvPr>
            <p:cNvSpPr/>
            <p:nvPr/>
          </p:nvSpPr>
          <p:spPr>
            <a:xfrm>
              <a:off x="8579963" y="3465921"/>
              <a:ext cx="2300140" cy="132053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400" noProof="1"/>
                <a:t>View</a:t>
              </a:r>
            </a:p>
          </p:txBody>
        </p:sp>
      </p:grpSp>
      <p:sp>
        <p:nvSpPr>
          <p:cNvPr id="10" name="Nyíl: kanyarodó 9">
            <a:extLst>
              <a:ext uri="{FF2B5EF4-FFF2-40B4-BE49-F238E27FC236}">
                <a16:creationId xmlns:a16="http://schemas.microsoft.com/office/drawing/2014/main" id="{AAB88164-6E2F-611B-630E-6F7B3C8C4569}"/>
              </a:ext>
            </a:extLst>
          </p:cNvPr>
          <p:cNvSpPr/>
          <p:nvPr/>
        </p:nvSpPr>
        <p:spPr>
          <a:xfrm>
            <a:off x="3579042" y="2743201"/>
            <a:ext cx="1247482" cy="1121790"/>
          </a:xfrm>
          <a:prstGeom prst="bentArrow">
            <a:avLst>
              <a:gd name="adj1" fmla="val 1306"/>
              <a:gd name="adj2" fmla="val 3091"/>
              <a:gd name="adj3" fmla="val 9112"/>
              <a:gd name="adj4" fmla="val 4375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1">
              <a:solidFill>
                <a:schemeClr val="tx1"/>
              </a:solidFill>
            </a:endParaRPr>
          </a:p>
        </p:txBody>
      </p:sp>
      <p:sp>
        <p:nvSpPr>
          <p:cNvPr id="11" name="Nyíl: kanyarodó 10">
            <a:extLst>
              <a:ext uri="{FF2B5EF4-FFF2-40B4-BE49-F238E27FC236}">
                <a16:creationId xmlns:a16="http://schemas.microsoft.com/office/drawing/2014/main" id="{67237632-E7BA-F663-C624-5FF9A2909025}"/>
              </a:ext>
            </a:extLst>
          </p:cNvPr>
          <p:cNvSpPr/>
          <p:nvPr/>
        </p:nvSpPr>
        <p:spPr>
          <a:xfrm flipH="1" flipV="1">
            <a:off x="4389748" y="3551156"/>
            <a:ext cx="1247481" cy="1121790"/>
          </a:xfrm>
          <a:prstGeom prst="bentArrow">
            <a:avLst>
              <a:gd name="adj1" fmla="val 1306"/>
              <a:gd name="adj2" fmla="val 3091"/>
              <a:gd name="adj3" fmla="val 9112"/>
              <a:gd name="adj4" fmla="val 4375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1">
              <a:solidFill>
                <a:schemeClr val="tx1"/>
              </a:solidFill>
            </a:endParaRPr>
          </a:p>
        </p:txBody>
      </p:sp>
      <p:sp>
        <p:nvSpPr>
          <p:cNvPr id="12" name="Nyíl: kanyarodó 11">
            <a:extLst>
              <a:ext uri="{FF2B5EF4-FFF2-40B4-BE49-F238E27FC236}">
                <a16:creationId xmlns:a16="http://schemas.microsoft.com/office/drawing/2014/main" id="{897FBBE2-B78E-FCCD-A6C0-A99C7BB363BB}"/>
              </a:ext>
            </a:extLst>
          </p:cNvPr>
          <p:cNvSpPr/>
          <p:nvPr/>
        </p:nvSpPr>
        <p:spPr>
          <a:xfrm flipV="1">
            <a:off x="6554770" y="3551156"/>
            <a:ext cx="1247481" cy="1121790"/>
          </a:xfrm>
          <a:prstGeom prst="bentArrow">
            <a:avLst>
              <a:gd name="adj1" fmla="val 1306"/>
              <a:gd name="adj2" fmla="val 3091"/>
              <a:gd name="adj3" fmla="val 9112"/>
              <a:gd name="adj4" fmla="val 4375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1">
              <a:solidFill>
                <a:schemeClr val="tx1"/>
              </a:solidFill>
            </a:endParaRPr>
          </a:p>
        </p:txBody>
      </p:sp>
      <p:sp>
        <p:nvSpPr>
          <p:cNvPr id="13" name="Nyíl: kanyarodó 12">
            <a:extLst>
              <a:ext uri="{FF2B5EF4-FFF2-40B4-BE49-F238E27FC236}">
                <a16:creationId xmlns:a16="http://schemas.microsoft.com/office/drawing/2014/main" id="{306D2143-E8DF-81B4-2E16-0A02F679F84C}"/>
              </a:ext>
            </a:extLst>
          </p:cNvPr>
          <p:cNvSpPr/>
          <p:nvPr/>
        </p:nvSpPr>
        <p:spPr>
          <a:xfrm flipH="1">
            <a:off x="7365476" y="2740451"/>
            <a:ext cx="1247482" cy="1121790"/>
          </a:xfrm>
          <a:prstGeom prst="bentArrow">
            <a:avLst>
              <a:gd name="adj1" fmla="val 1306"/>
              <a:gd name="adj2" fmla="val 3091"/>
              <a:gd name="adj3" fmla="val 9112"/>
              <a:gd name="adj4" fmla="val 4375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1">
              <a:solidFill>
                <a:schemeClr val="tx1"/>
              </a:solidFill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6B56D925-EFF0-4298-F77E-F80250641DF8}"/>
              </a:ext>
            </a:extLst>
          </p:cNvPr>
          <p:cNvSpPr txBox="1"/>
          <p:nvPr/>
        </p:nvSpPr>
        <p:spPr>
          <a:xfrm>
            <a:off x="2853536" y="2623797"/>
            <a:ext cx="82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noProof="1"/>
              <a:t>Notify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1CB4216A-FCC8-0B3A-829B-CC3B0BE1752E}"/>
              </a:ext>
            </a:extLst>
          </p:cNvPr>
          <p:cNvSpPr txBox="1"/>
          <p:nvPr/>
        </p:nvSpPr>
        <p:spPr>
          <a:xfrm>
            <a:off x="8515546" y="2555785"/>
            <a:ext cx="77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noProof="1"/>
              <a:t>Event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DB7B99DF-ADEF-421F-21DB-062C6734DCC7}"/>
              </a:ext>
            </a:extLst>
          </p:cNvPr>
          <p:cNvSpPr txBox="1"/>
          <p:nvPr/>
        </p:nvSpPr>
        <p:spPr>
          <a:xfrm>
            <a:off x="4814311" y="4672946"/>
            <a:ext cx="948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noProof="1"/>
              <a:t>Update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75527A9-434B-BC49-6AD7-CF87CF10C02A}"/>
              </a:ext>
            </a:extLst>
          </p:cNvPr>
          <p:cNvSpPr txBox="1"/>
          <p:nvPr/>
        </p:nvSpPr>
        <p:spPr>
          <a:xfrm>
            <a:off x="6392167" y="4644664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noProof="1"/>
              <a:t>Binding</a:t>
            </a:r>
          </a:p>
        </p:txBody>
      </p:sp>
    </p:spTree>
    <p:extLst>
      <p:ext uri="{BB962C8B-B14F-4D97-AF65-F5344CB8AC3E}">
        <p14:creationId xmlns:p14="http://schemas.microsoft.com/office/powerpoint/2010/main" val="307011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zis 3">
            <a:extLst>
              <a:ext uri="{FF2B5EF4-FFF2-40B4-BE49-F238E27FC236}">
                <a16:creationId xmlns:a16="http://schemas.microsoft.com/office/drawing/2014/main" id="{E26EAA73-2D1B-4385-3834-8C077F0E5FA0}"/>
              </a:ext>
            </a:extLst>
          </p:cNvPr>
          <p:cNvSpPr/>
          <p:nvPr/>
        </p:nvSpPr>
        <p:spPr>
          <a:xfrm>
            <a:off x="5376000" y="548050"/>
            <a:ext cx="720000" cy="720000"/>
          </a:xfrm>
          <a:prstGeom prst="ellipse">
            <a:avLst/>
          </a:prstGeom>
          <a:solidFill>
            <a:srgbClr val="FBB7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BB482EB3-144E-ABBD-B76E-A0FAFB266251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4296000" y="1268050"/>
            <a:ext cx="1440000" cy="5404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C62EF6AF-E717-60F0-F3C7-02B9B73FFA28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5736000" y="1268050"/>
            <a:ext cx="1440000" cy="5404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zis 6">
            <a:extLst>
              <a:ext uri="{FF2B5EF4-FFF2-40B4-BE49-F238E27FC236}">
                <a16:creationId xmlns:a16="http://schemas.microsoft.com/office/drawing/2014/main" id="{969A35FB-08D3-0235-31C0-1E9057B23ACB}"/>
              </a:ext>
            </a:extLst>
          </p:cNvPr>
          <p:cNvSpPr/>
          <p:nvPr/>
        </p:nvSpPr>
        <p:spPr>
          <a:xfrm>
            <a:off x="3936000" y="1808525"/>
            <a:ext cx="720000" cy="720000"/>
          </a:xfrm>
          <a:prstGeom prst="ellipse">
            <a:avLst/>
          </a:prstGeom>
          <a:solidFill>
            <a:srgbClr val="FBB7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</a:rPr>
              <a:t>×</a:t>
            </a:r>
          </a:p>
        </p:txBody>
      </p:sp>
      <p:sp>
        <p:nvSpPr>
          <p:cNvPr id="8" name="Ellipszis 7">
            <a:extLst>
              <a:ext uri="{FF2B5EF4-FFF2-40B4-BE49-F238E27FC236}">
                <a16:creationId xmlns:a16="http://schemas.microsoft.com/office/drawing/2014/main" id="{0CFAEE70-63C4-F26F-6846-0D090E1D5E87}"/>
              </a:ext>
            </a:extLst>
          </p:cNvPr>
          <p:cNvSpPr/>
          <p:nvPr/>
        </p:nvSpPr>
        <p:spPr>
          <a:xfrm>
            <a:off x="6816000" y="1808525"/>
            <a:ext cx="720000" cy="720000"/>
          </a:xfrm>
          <a:prstGeom prst="ellipse">
            <a:avLst/>
          </a:prstGeom>
          <a:solidFill>
            <a:srgbClr val="FBB7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</a:rPr>
              <a:t>–</a:t>
            </a:r>
          </a:p>
        </p:txBody>
      </p:sp>
      <p:grpSp>
        <p:nvGrpSpPr>
          <p:cNvPr id="37" name="Csoportba foglalás 36">
            <a:extLst>
              <a:ext uri="{FF2B5EF4-FFF2-40B4-BE49-F238E27FC236}">
                <a16:creationId xmlns:a16="http://schemas.microsoft.com/office/drawing/2014/main" id="{BA16CA91-761B-A420-E03A-1C00DDC56015}"/>
              </a:ext>
            </a:extLst>
          </p:cNvPr>
          <p:cNvGrpSpPr/>
          <p:nvPr/>
        </p:nvGrpSpPr>
        <p:grpSpPr>
          <a:xfrm>
            <a:off x="3216000" y="3069000"/>
            <a:ext cx="5040000" cy="720000"/>
            <a:chOff x="3576000" y="3069000"/>
            <a:chExt cx="5040000" cy="720000"/>
          </a:xfrm>
          <a:solidFill>
            <a:srgbClr val="FBB753"/>
          </a:solidFill>
        </p:grpSpPr>
        <p:grpSp>
          <p:nvGrpSpPr>
            <p:cNvPr id="23" name="Csoportba foglalás 22">
              <a:extLst>
                <a:ext uri="{FF2B5EF4-FFF2-40B4-BE49-F238E27FC236}">
                  <a16:creationId xmlns:a16="http://schemas.microsoft.com/office/drawing/2014/main" id="{891A03F9-30B1-A790-2200-AF4E37608A68}"/>
                </a:ext>
              </a:extLst>
            </p:cNvPr>
            <p:cNvGrpSpPr/>
            <p:nvPr/>
          </p:nvGrpSpPr>
          <p:grpSpPr>
            <a:xfrm>
              <a:off x="3576000" y="3069000"/>
              <a:ext cx="2160000" cy="720000"/>
              <a:chOff x="3756001" y="3069000"/>
              <a:chExt cx="2160000" cy="720000"/>
            </a:xfrm>
            <a:grpFill/>
          </p:grpSpPr>
          <p:sp>
            <p:nvSpPr>
              <p:cNvPr id="20" name="Ellipszis 19">
                <a:extLst>
                  <a:ext uri="{FF2B5EF4-FFF2-40B4-BE49-F238E27FC236}">
                    <a16:creationId xmlns:a16="http://schemas.microsoft.com/office/drawing/2014/main" id="{B4332758-A9F8-6983-D86C-6F2422BD9634}"/>
                  </a:ext>
                </a:extLst>
              </p:cNvPr>
              <p:cNvSpPr/>
              <p:nvPr/>
            </p:nvSpPr>
            <p:spPr>
              <a:xfrm>
                <a:off x="3756001" y="3069000"/>
                <a:ext cx="720000" cy="72000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hu-HU" sz="32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1" name="Ellipszis 20">
                <a:extLst>
                  <a:ext uri="{FF2B5EF4-FFF2-40B4-BE49-F238E27FC236}">
                    <a16:creationId xmlns:a16="http://schemas.microsoft.com/office/drawing/2014/main" id="{1ABD1125-BFCA-42E5-C279-288BD272CE85}"/>
                  </a:ext>
                </a:extLst>
              </p:cNvPr>
              <p:cNvSpPr/>
              <p:nvPr/>
            </p:nvSpPr>
            <p:spPr>
              <a:xfrm>
                <a:off x="5196001" y="3069000"/>
                <a:ext cx="720000" cy="72000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hu-HU" sz="32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36" name="Csoportba foglalás 35">
              <a:extLst>
                <a:ext uri="{FF2B5EF4-FFF2-40B4-BE49-F238E27FC236}">
                  <a16:creationId xmlns:a16="http://schemas.microsoft.com/office/drawing/2014/main" id="{8F142E97-5406-9C61-DDC5-840E7B9C0246}"/>
                </a:ext>
              </a:extLst>
            </p:cNvPr>
            <p:cNvGrpSpPr/>
            <p:nvPr/>
          </p:nvGrpSpPr>
          <p:grpSpPr>
            <a:xfrm>
              <a:off x="6456000" y="3069000"/>
              <a:ext cx="2160000" cy="720000"/>
              <a:chOff x="6276000" y="3087854"/>
              <a:chExt cx="2160000" cy="720000"/>
            </a:xfrm>
            <a:grpFill/>
          </p:grpSpPr>
          <p:sp>
            <p:nvSpPr>
              <p:cNvPr id="25" name="Ellipszis 24">
                <a:extLst>
                  <a:ext uri="{FF2B5EF4-FFF2-40B4-BE49-F238E27FC236}">
                    <a16:creationId xmlns:a16="http://schemas.microsoft.com/office/drawing/2014/main" id="{E8F94B02-7700-3CCC-B03D-EE145A55E975}"/>
                  </a:ext>
                </a:extLst>
              </p:cNvPr>
              <p:cNvSpPr/>
              <p:nvPr/>
            </p:nvSpPr>
            <p:spPr>
              <a:xfrm>
                <a:off x="6276000" y="3087854"/>
                <a:ext cx="720000" cy="72000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hu-HU" sz="32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26" name="Ellipszis 25">
                <a:extLst>
                  <a:ext uri="{FF2B5EF4-FFF2-40B4-BE49-F238E27FC236}">
                    <a16:creationId xmlns:a16="http://schemas.microsoft.com/office/drawing/2014/main" id="{62DFA57C-2614-25B9-A54D-1D4A32A6AC70}"/>
                  </a:ext>
                </a:extLst>
              </p:cNvPr>
              <p:cNvSpPr/>
              <p:nvPr/>
            </p:nvSpPr>
            <p:spPr>
              <a:xfrm>
                <a:off x="7716000" y="3087854"/>
                <a:ext cx="720000" cy="72000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hu-HU" sz="3200" dirty="0">
                    <a:solidFill>
                      <a:schemeClr val="tx1"/>
                    </a:solidFill>
                  </a:rPr>
                  <a:t>×</a:t>
                </a:r>
              </a:p>
            </p:txBody>
          </p:sp>
        </p:grpSp>
      </p:grpSp>
      <p:grpSp>
        <p:nvGrpSpPr>
          <p:cNvPr id="42" name="Csoportba foglalás 41">
            <a:extLst>
              <a:ext uri="{FF2B5EF4-FFF2-40B4-BE49-F238E27FC236}">
                <a16:creationId xmlns:a16="http://schemas.microsoft.com/office/drawing/2014/main" id="{B883C0D7-4AA9-6C0B-4E7E-47F6C216B18D}"/>
              </a:ext>
            </a:extLst>
          </p:cNvPr>
          <p:cNvGrpSpPr/>
          <p:nvPr/>
        </p:nvGrpSpPr>
        <p:grpSpPr>
          <a:xfrm>
            <a:off x="6964107" y="4329475"/>
            <a:ext cx="1863786" cy="720000"/>
            <a:chOff x="7112214" y="4329475"/>
            <a:chExt cx="1863786" cy="720000"/>
          </a:xfrm>
          <a:solidFill>
            <a:srgbClr val="FBB753"/>
          </a:solidFill>
        </p:grpSpPr>
        <p:sp>
          <p:nvSpPr>
            <p:cNvPr id="30" name="Ellipszis 29">
              <a:extLst>
                <a:ext uri="{FF2B5EF4-FFF2-40B4-BE49-F238E27FC236}">
                  <a16:creationId xmlns:a16="http://schemas.microsoft.com/office/drawing/2014/main" id="{650F8513-F464-A45D-6C30-D85E682B3DA7}"/>
                </a:ext>
              </a:extLst>
            </p:cNvPr>
            <p:cNvSpPr/>
            <p:nvPr/>
          </p:nvSpPr>
          <p:spPr>
            <a:xfrm>
              <a:off x="7112214" y="4329475"/>
              <a:ext cx="720000" cy="720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1" name="Ellipszis 30">
              <a:extLst>
                <a:ext uri="{FF2B5EF4-FFF2-40B4-BE49-F238E27FC236}">
                  <a16:creationId xmlns:a16="http://schemas.microsoft.com/office/drawing/2014/main" id="{7377392E-2B34-F5A2-5D45-37483872B8D0}"/>
                </a:ext>
              </a:extLst>
            </p:cNvPr>
            <p:cNvSpPr/>
            <p:nvPr/>
          </p:nvSpPr>
          <p:spPr>
            <a:xfrm>
              <a:off x="8256000" y="4329475"/>
              <a:ext cx="720000" cy="720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32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cxnSp>
        <p:nvCxnSpPr>
          <p:cNvPr id="43" name="Egyenes összekötő 42">
            <a:extLst>
              <a:ext uri="{FF2B5EF4-FFF2-40B4-BE49-F238E27FC236}">
                <a16:creationId xmlns:a16="http://schemas.microsoft.com/office/drawing/2014/main" id="{A76D7DB6-2468-80B9-B84E-FF91B81FBF6A}"/>
              </a:ext>
            </a:extLst>
          </p:cNvPr>
          <p:cNvCxnSpPr>
            <a:cxnSpLocks/>
            <a:stCxn id="20" idx="0"/>
            <a:endCxn id="7" idx="4"/>
          </p:cNvCxnSpPr>
          <p:nvPr/>
        </p:nvCxnSpPr>
        <p:spPr>
          <a:xfrm flipV="1">
            <a:off x="3576000" y="2528525"/>
            <a:ext cx="720000" cy="5404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gyenes összekötő 45">
            <a:extLst>
              <a:ext uri="{FF2B5EF4-FFF2-40B4-BE49-F238E27FC236}">
                <a16:creationId xmlns:a16="http://schemas.microsoft.com/office/drawing/2014/main" id="{2F6EF120-AF8D-5621-1B55-9CF4EED247CF}"/>
              </a:ext>
            </a:extLst>
          </p:cNvPr>
          <p:cNvCxnSpPr>
            <a:cxnSpLocks/>
            <a:stCxn id="21" idx="0"/>
            <a:endCxn id="7" idx="4"/>
          </p:cNvCxnSpPr>
          <p:nvPr/>
        </p:nvCxnSpPr>
        <p:spPr>
          <a:xfrm flipH="1" flipV="1">
            <a:off x="4296000" y="2528525"/>
            <a:ext cx="720000" cy="5404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gyenes összekötő 48">
            <a:extLst>
              <a:ext uri="{FF2B5EF4-FFF2-40B4-BE49-F238E27FC236}">
                <a16:creationId xmlns:a16="http://schemas.microsoft.com/office/drawing/2014/main" id="{49ED99C9-783B-A16A-321B-DC0D424648AD}"/>
              </a:ext>
            </a:extLst>
          </p:cNvPr>
          <p:cNvCxnSpPr>
            <a:cxnSpLocks/>
            <a:stCxn id="25" idx="0"/>
            <a:endCxn id="8" idx="4"/>
          </p:cNvCxnSpPr>
          <p:nvPr/>
        </p:nvCxnSpPr>
        <p:spPr>
          <a:xfrm flipV="1">
            <a:off x="6456000" y="2528525"/>
            <a:ext cx="720000" cy="5404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gyenes összekötő 51">
            <a:extLst>
              <a:ext uri="{FF2B5EF4-FFF2-40B4-BE49-F238E27FC236}">
                <a16:creationId xmlns:a16="http://schemas.microsoft.com/office/drawing/2014/main" id="{96A83D4F-D56D-69E9-F14B-99C98C483E89}"/>
              </a:ext>
            </a:extLst>
          </p:cNvPr>
          <p:cNvCxnSpPr>
            <a:cxnSpLocks/>
            <a:stCxn id="26" idx="0"/>
            <a:endCxn id="8" idx="4"/>
          </p:cNvCxnSpPr>
          <p:nvPr/>
        </p:nvCxnSpPr>
        <p:spPr>
          <a:xfrm flipH="1" flipV="1">
            <a:off x="7176000" y="2528525"/>
            <a:ext cx="720000" cy="5404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gyenes összekötő 54">
            <a:extLst>
              <a:ext uri="{FF2B5EF4-FFF2-40B4-BE49-F238E27FC236}">
                <a16:creationId xmlns:a16="http://schemas.microsoft.com/office/drawing/2014/main" id="{43DB19B9-F48D-4C08-78CE-6F2D6C360B15}"/>
              </a:ext>
            </a:extLst>
          </p:cNvPr>
          <p:cNvCxnSpPr>
            <a:cxnSpLocks/>
            <a:stCxn id="26" idx="4"/>
            <a:endCxn id="30" idx="0"/>
          </p:cNvCxnSpPr>
          <p:nvPr/>
        </p:nvCxnSpPr>
        <p:spPr>
          <a:xfrm flipH="1">
            <a:off x="7324107" y="3789000"/>
            <a:ext cx="571893" cy="5404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gyenes összekötő 57">
            <a:extLst>
              <a:ext uri="{FF2B5EF4-FFF2-40B4-BE49-F238E27FC236}">
                <a16:creationId xmlns:a16="http://schemas.microsoft.com/office/drawing/2014/main" id="{57C2453E-0F80-5B8E-49B9-B4DBC3D753D2}"/>
              </a:ext>
            </a:extLst>
          </p:cNvPr>
          <p:cNvCxnSpPr>
            <a:cxnSpLocks/>
            <a:stCxn id="26" idx="4"/>
            <a:endCxn id="31" idx="0"/>
          </p:cNvCxnSpPr>
          <p:nvPr/>
        </p:nvCxnSpPr>
        <p:spPr>
          <a:xfrm>
            <a:off x="7896000" y="3789000"/>
            <a:ext cx="571893" cy="5404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608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182D5-AEFB-A765-4175-61830BBC3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DAE5EFE2-1548-6234-F417-B93B11728916}"/>
              </a:ext>
            </a:extLst>
          </p:cNvPr>
          <p:cNvGrpSpPr/>
          <p:nvPr/>
        </p:nvGrpSpPr>
        <p:grpSpPr>
          <a:xfrm>
            <a:off x="350251" y="188050"/>
            <a:ext cx="4536000" cy="2880000"/>
            <a:chOff x="350251" y="188050"/>
            <a:chExt cx="5040000" cy="3240950"/>
          </a:xfrm>
        </p:grpSpPr>
        <p:sp>
          <p:nvSpPr>
            <p:cNvPr id="4" name="Ellipszis 3">
              <a:extLst>
                <a:ext uri="{FF2B5EF4-FFF2-40B4-BE49-F238E27FC236}">
                  <a16:creationId xmlns:a16="http://schemas.microsoft.com/office/drawing/2014/main" id="{BEC9D4AC-1BAD-489B-AEAC-7009371E15AA}"/>
                </a:ext>
              </a:extLst>
            </p:cNvPr>
            <p:cNvSpPr/>
            <p:nvPr/>
          </p:nvSpPr>
          <p:spPr>
            <a:xfrm>
              <a:off x="2510251" y="188050"/>
              <a:ext cx="720000" cy="720000"/>
            </a:xfrm>
            <a:prstGeom prst="ellipse">
              <a:avLst/>
            </a:prstGeom>
            <a:solidFill>
              <a:srgbClr val="FBB7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hu-HU" sz="3200" dirty="0">
                  <a:solidFill>
                    <a:schemeClr val="tx1"/>
                  </a:solidFill>
                </a:rPr>
                <a:t>+</a:t>
              </a:r>
            </a:p>
          </p:txBody>
        </p:sp>
        <p:cxnSp>
          <p:nvCxnSpPr>
            <p:cNvPr id="6" name="Egyenes összekötő 5">
              <a:extLst>
                <a:ext uri="{FF2B5EF4-FFF2-40B4-BE49-F238E27FC236}">
                  <a16:creationId xmlns:a16="http://schemas.microsoft.com/office/drawing/2014/main" id="{02DABC1A-27E6-61AC-03FC-19B66AC9A735}"/>
                </a:ext>
              </a:extLst>
            </p:cNvPr>
            <p:cNvCxnSpPr>
              <a:cxnSpLocks/>
              <a:stCxn id="4" idx="4"/>
              <a:endCxn id="7" idx="0"/>
            </p:cNvCxnSpPr>
            <p:nvPr/>
          </p:nvCxnSpPr>
          <p:spPr>
            <a:xfrm flipH="1">
              <a:off x="1430251" y="908050"/>
              <a:ext cx="1440000" cy="5404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Egyenes összekötő 12">
              <a:extLst>
                <a:ext uri="{FF2B5EF4-FFF2-40B4-BE49-F238E27FC236}">
                  <a16:creationId xmlns:a16="http://schemas.microsoft.com/office/drawing/2014/main" id="{CB5071F2-4F5A-3BFF-0645-DF7B1DEC13AB}"/>
                </a:ext>
              </a:extLst>
            </p:cNvPr>
            <p:cNvCxnSpPr>
              <a:cxnSpLocks/>
              <a:stCxn id="4" idx="4"/>
              <a:endCxn id="8" idx="0"/>
            </p:cNvCxnSpPr>
            <p:nvPr/>
          </p:nvCxnSpPr>
          <p:spPr>
            <a:xfrm>
              <a:off x="2870251" y="908050"/>
              <a:ext cx="1440000" cy="5404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Ellipszis 6">
              <a:extLst>
                <a:ext uri="{FF2B5EF4-FFF2-40B4-BE49-F238E27FC236}">
                  <a16:creationId xmlns:a16="http://schemas.microsoft.com/office/drawing/2014/main" id="{E690D685-2A8A-1EAA-A3DC-7B3A4439EBF0}"/>
                </a:ext>
              </a:extLst>
            </p:cNvPr>
            <p:cNvSpPr/>
            <p:nvPr/>
          </p:nvSpPr>
          <p:spPr>
            <a:xfrm>
              <a:off x="1070251" y="1448525"/>
              <a:ext cx="720000" cy="720000"/>
            </a:xfrm>
            <a:prstGeom prst="ellipse">
              <a:avLst/>
            </a:prstGeom>
            <a:solidFill>
              <a:srgbClr val="FBB7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hu-HU" sz="3200" dirty="0">
                  <a:solidFill>
                    <a:schemeClr val="tx1"/>
                  </a:solidFill>
                </a:rPr>
                <a:t>×</a:t>
              </a:r>
            </a:p>
          </p:txBody>
        </p:sp>
        <p:sp>
          <p:nvSpPr>
            <p:cNvPr id="8" name="Ellipszis 7">
              <a:extLst>
                <a:ext uri="{FF2B5EF4-FFF2-40B4-BE49-F238E27FC236}">
                  <a16:creationId xmlns:a16="http://schemas.microsoft.com/office/drawing/2014/main" id="{A01401C2-4A27-2706-C255-65EE6BD9A066}"/>
                </a:ext>
              </a:extLst>
            </p:cNvPr>
            <p:cNvSpPr/>
            <p:nvPr/>
          </p:nvSpPr>
          <p:spPr>
            <a:xfrm>
              <a:off x="3950251" y="1448525"/>
              <a:ext cx="720000" cy="720000"/>
            </a:xfrm>
            <a:prstGeom prst="ellipse">
              <a:avLst/>
            </a:prstGeom>
            <a:solidFill>
              <a:srgbClr val="FBB7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hu-HU" sz="3200" dirty="0">
                  <a:solidFill>
                    <a:schemeClr val="tx1"/>
                  </a:solidFill>
                </a:rPr>
                <a:t>–</a:t>
              </a:r>
            </a:p>
          </p:txBody>
        </p:sp>
        <p:grpSp>
          <p:nvGrpSpPr>
            <p:cNvPr id="37" name="Csoportba foglalás 36">
              <a:extLst>
                <a:ext uri="{FF2B5EF4-FFF2-40B4-BE49-F238E27FC236}">
                  <a16:creationId xmlns:a16="http://schemas.microsoft.com/office/drawing/2014/main" id="{D5CA6575-1D74-C84B-374E-82EA46CB780F}"/>
                </a:ext>
              </a:extLst>
            </p:cNvPr>
            <p:cNvGrpSpPr/>
            <p:nvPr/>
          </p:nvGrpSpPr>
          <p:grpSpPr>
            <a:xfrm>
              <a:off x="350251" y="2709000"/>
              <a:ext cx="5040000" cy="720000"/>
              <a:chOff x="3576000" y="3069000"/>
              <a:chExt cx="5040000" cy="720000"/>
            </a:xfrm>
            <a:solidFill>
              <a:srgbClr val="FBB753"/>
            </a:solidFill>
          </p:grpSpPr>
          <p:grpSp>
            <p:nvGrpSpPr>
              <p:cNvPr id="23" name="Csoportba foglalás 22">
                <a:extLst>
                  <a:ext uri="{FF2B5EF4-FFF2-40B4-BE49-F238E27FC236}">
                    <a16:creationId xmlns:a16="http://schemas.microsoft.com/office/drawing/2014/main" id="{04EEF3C8-5E4E-4538-8E23-47579DF5217D}"/>
                  </a:ext>
                </a:extLst>
              </p:cNvPr>
              <p:cNvGrpSpPr/>
              <p:nvPr/>
            </p:nvGrpSpPr>
            <p:grpSpPr>
              <a:xfrm>
                <a:off x="3576000" y="3069000"/>
                <a:ext cx="2160000" cy="720000"/>
                <a:chOff x="3756001" y="3069000"/>
                <a:chExt cx="2160000" cy="720000"/>
              </a:xfrm>
              <a:grpFill/>
            </p:grpSpPr>
            <p:sp>
              <p:nvSpPr>
                <p:cNvPr id="20" name="Ellipszis 19">
                  <a:extLst>
                    <a:ext uri="{FF2B5EF4-FFF2-40B4-BE49-F238E27FC236}">
                      <a16:creationId xmlns:a16="http://schemas.microsoft.com/office/drawing/2014/main" id="{5D4EB492-F422-10C1-9310-46A7DF2118F9}"/>
                    </a:ext>
                  </a:extLst>
                </p:cNvPr>
                <p:cNvSpPr/>
                <p:nvPr/>
              </p:nvSpPr>
              <p:spPr>
                <a:xfrm>
                  <a:off x="3756001" y="3069000"/>
                  <a:ext cx="720000" cy="72000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21" name="Ellipszis 20">
                  <a:extLst>
                    <a:ext uri="{FF2B5EF4-FFF2-40B4-BE49-F238E27FC236}">
                      <a16:creationId xmlns:a16="http://schemas.microsoft.com/office/drawing/2014/main" id="{305FF772-8BDB-AD01-593D-121B0F2375F4}"/>
                    </a:ext>
                  </a:extLst>
                </p:cNvPr>
                <p:cNvSpPr/>
                <p:nvPr/>
              </p:nvSpPr>
              <p:spPr>
                <a:xfrm>
                  <a:off x="5196001" y="3069000"/>
                  <a:ext cx="720000" cy="72000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36" name="Csoportba foglalás 35">
                <a:extLst>
                  <a:ext uri="{FF2B5EF4-FFF2-40B4-BE49-F238E27FC236}">
                    <a16:creationId xmlns:a16="http://schemas.microsoft.com/office/drawing/2014/main" id="{FE878442-9E35-BFCA-7298-C4CA6F2C6CE6}"/>
                  </a:ext>
                </a:extLst>
              </p:cNvPr>
              <p:cNvGrpSpPr/>
              <p:nvPr/>
            </p:nvGrpSpPr>
            <p:grpSpPr>
              <a:xfrm>
                <a:off x="6456000" y="3069000"/>
                <a:ext cx="2160000" cy="720000"/>
                <a:chOff x="6276000" y="3087854"/>
                <a:chExt cx="2160000" cy="720000"/>
              </a:xfrm>
              <a:grpFill/>
            </p:grpSpPr>
            <p:sp>
              <p:nvSpPr>
                <p:cNvPr id="25" name="Ellipszis 24">
                  <a:extLst>
                    <a:ext uri="{FF2B5EF4-FFF2-40B4-BE49-F238E27FC236}">
                      <a16:creationId xmlns:a16="http://schemas.microsoft.com/office/drawing/2014/main" id="{6796A0A8-839C-CB84-CE4D-7A91D13E4161}"/>
                    </a:ext>
                  </a:extLst>
                </p:cNvPr>
                <p:cNvSpPr/>
                <p:nvPr/>
              </p:nvSpPr>
              <p:spPr>
                <a:xfrm>
                  <a:off x="6276000" y="3087854"/>
                  <a:ext cx="720000" cy="72000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26" name="Ellipszis 25">
                  <a:extLst>
                    <a:ext uri="{FF2B5EF4-FFF2-40B4-BE49-F238E27FC236}">
                      <a16:creationId xmlns:a16="http://schemas.microsoft.com/office/drawing/2014/main" id="{EBA820A8-FFDC-D31C-3D5C-0CC945826C9F}"/>
                    </a:ext>
                  </a:extLst>
                </p:cNvPr>
                <p:cNvSpPr/>
                <p:nvPr/>
              </p:nvSpPr>
              <p:spPr>
                <a:xfrm>
                  <a:off x="7716000" y="3087854"/>
                  <a:ext cx="720000" cy="72000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cxnSp>
          <p:nvCxnSpPr>
            <p:cNvPr id="43" name="Egyenes összekötő 42">
              <a:extLst>
                <a:ext uri="{FF2B5EF4-FFF2-40B4-BE49-F238E27FC236}">
                  <a16:creationId xmlns:a16="http://schemas.microsoft.com/office/drawing/2014/main" id="{E6F93044-074C-2E4E-8298-EF1F6D7D2BF3}"/>
                </a:ext>
              </a:extLst>
            </p:cNvPr>
            <p:cNvCxnSpPr>
              <a:cxnSpLocks/>
              <a:stCxn id="20" idx="0"/>
              <a:endCxn id="7" idx="4"/>
            </p:cNvCxnSpPr>
            <p:nvPr/>
          </p:nvCxnSpPr>
          <p:spPr>
            <a:xfrm flipV="1">
              <a:off x="710251" y="2168525"/>
              <a:ext cx="720000" cy="5404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Egyenes összekötő 45">
              <a:extLst>
                <a:ext uri="{FF2B5EF4-FFF2-40B4-BE49-F238E27FC236}">
                  <a16:creationId xmlns:a16="http://schemas.microsoft.com/office/drawing/2014/main" id="{057F2051-EA2C-9C74-A283-25751BD05361}"/>
                </a:ext>
              </a:extLst>
            </p:cNvPr>
            <p:cNvCxnSpPr>
              <a:cxnSpLocks/>
              <a:stCxn id="21" idx="0"/>
              <a:endCxn id="7" idx="4"/>
            </p:cNvCxnSpPr>
            <p:nvPr/>
          </p:nvCxnSpPr>
          <p:spPr>
            <a:xfrm flipH="1" flipV="1">
              <a:off x="1430251" y="2168525"/>
              <a:ext cx="720000" cy="5404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Egyenes összekötő 48">
              <a:extLst>
                <a:ext uri="{FF2B5EF4-FFF2-40B4-BE49-F238E27FC236}">
                  <a16:creationId xmlns:a16="http://schemas.microsoft.com/office/drawing/2014/main" id="{38B67A71-FED0-FCCD-5B66-E18B1BA8124E}"/>
                </a:ext>
              </a:extLst>
            </p:cNvPr>
            <p:cNvCxnSpPr>
              <a:cxnSpLocks/>
              <a:stCxn id="25" idx="0"/>
              <a:endCxn id="8" idx="4"/>
            </p:cNvCxnSpPr>
            <p:nvPr/>
          </p:nvCxnSpPr>
          <p:spPr>
            <a:xfrm flipV="1">
              <a:off x="3590251" y="2168525"/>
              <a:ext cx="720000" cy="5404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gyenes összekötő 51">
              <a:extLst>
                <a:ext uri="{FF2B5EF4-FFF2-40B4-BE49-F238E27FC236}">
                  <a16:creationId xmlns:a16="http://schemas.microsoft.com/office/drawing/2014/main" id="{0407C5FA-56D4-6F2C-6918-6EA9CD6536A7}"/>
                </a:ext>
              </a:extLst>
            </p:cNvPr>
            <p:cNvCxnSpPr>
              <a:cxnSpLocks/>
              <a:stCxn id="26" idx="0"/>
              <a:endCxn id="8" idx="4"/>
            </p:cNvCxnSpPr>
            <p:nvPr/>
          </p:nvCxnSpPr>
          <p:spPr>
            <a:xfrm flipH="1" flipV="1">
              <a:off x="4310251" y="2168525"/>
              <a:ext cx="720000" cy="5404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13BE15B4-7943-0E8A-4036-280E48CA6149}"/>
              </a:ext>
            </a:extLst>
          </p:cNvPr>
          <p:cNvGrpSpPr/>
          <p:nvPr/>
        </p:nvGrpSpPr>
        <p:grpSpPr>
          <a:xfrm>
            <a:off x="6096000" y="188050"/>
            <a:ext cx="4536000" cy="2880000"/>
            <a:chOff x="350251" y="188050"/>
            <a:chExt cx="5040000" cy="3240950"/>
          </a:xfrm>
        </p:grpSpPr>
        <p:sp>
          <p:nvSpPr>
            <p:cNvPr id="5" name="Ellipszis 4">
              <a:extLst>
                <a:ext uri="{FF2B5EF4-FFF2-40B4-BE49-F238E27FC236}">
                  <a16:creationId xmlns:a16="http://schemas.microsoft.com/office/drawing/2014/main" id="{6B819B77-3835-AD22-E362-AB06A68179F0}"/>
                </a:ext>
              </a:extLst>
            </p:cNvPr>
            <p:cNvSpPr/>
            <p:nvPr/>
          </p:nvSpPr>
          <p:spPr>
            <a:xfrm>
              <a:off x="2510251" y="188050"/>
              <a:ext cx="720000" cy="720000"/>
            </a:xfrm>
            <a:prstGeom prst="ellipse">
              <a:avLst/>
            </a:prstGeom>
            <a:solidFill>
              <a:srgbClr val="FBB7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hu-HU" sz="3200" dirty="0">
                  <a:solidFill>
                    <a:schemeClr val="tx1"/>
                  </a:solidFill>
                </a:rPr>
                <a:t>+</a:t>
              </a:r>
            </a:p>
          </p:txBody>
        </p: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8F87899C-7EF8-1E28-CF60-C5A0017D7AFB}"/>
                </a:ext>
              </a:extLst>
            </p:cNvPr>
            <p:cNvCxnSpPr>
              <a:cxnSpLocks/>
              <a:stCxn id="5" idx="4"/>
              <a:endCxn id="11" idx="0"/>
            </p:cNvCxnSpPr>
            <p:nvPr/>
          </p:nvCxnSpPr>
          <p:spPr>
            <a:xfrm flipH="1">
              <a:off x="1430251" y="908050"/>
              <a:ext cx="1440000" cy="5404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Egyenes összekötő 9">
              <a:extLst>
                <a:ext uri="{FF2B5EF4-FFF2-40B4-BE49-F238E27FC236}">
                  <a16:creationId xmlns:a16="http://schemas.microsoft.com/office/drawing/2014/main" id="{656B5503-21CA-FEC8-9EA5-F205F5706333}"/>
                </a:ext>
              </a:extLst>
            </p:cNvPr>
            <p:cNvCxnSpPr>
              <a:cxnSpLocks/>
              <a:stCxn id="5" idx="4"/>
              <a:endCxn id="12" idx="0"/>
            </p:cNvCxnSpPr>
            <p:nvPr/>
          </p:nvCxnSpPr>
          <p:spPr>
            <a:xfrm>
              <a:off x="2870251" y="908050"/>
              <a:ext cx="1440000" cy="5404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Ellipszis 10">
              <a:extLst>
                <a:ext uri="{FF2B5EF4-FFF2-40B4-BE49-F238E27FC236}">
                  <a16:creationId xmlns:a16="http://schemas.microsoft.com/office/drawing/2014/main" id="{7CC249AC-1322-DC77-4E8C-A6CDC108C23A}"/>
                </a:ext>
              </a:extLst>
            </p:cNvPr>
            <p:cNvSpPr/>
            <p:nvPr/>
          </p:nvSpPr>
          <p:spPr>
            <a:xfrm>
              <a:off x="1070251" y="1448525"/>
              <a:ext cx="720000" cy="720000"/>
            </a:xfrm>
            <a:prstGeom prst="ellipse">
              <a:avLst/>
            </a:prstGeom>
            <a:solidFill>
              <a:srgbClr val="FBB7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hu-HU" sz="3200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12" name="Ellipszis 11">
              <a:extLst>
                <a:ext uri="{FF2B5EF4-FFF2-40B4-BE49-F238E27FC236}">
                  <a16:creationId xmlns:a16="http://schemas.microsoft.com/office/drawing/2014/main" id="{5A95EE63-C11A-651F-E88B-6176BF146C20}"/>
                </a:ext>
              </a:extLst>
            </p:cNvPr>
            <p:cNvSpPr/>
            <p:nvPr/>
          </p:nvSpPr>
          <p:spPr>
            <a:xfrm>
              <a:off x="3950251" y="1448525"/>
              <a:ext cx="720000" cy="720000"/>
            </a:xfrm>
            <a:prstGeom prst="ellipse">
              <a:avLst/>
            </a:prstGeom>
            <a:solidFill>
              <a:srgbClr val="FBB7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hu-HU" sz="3200" dirty="0">
                  <a:solidFill>
                    <a:schemeClr val="tx1"/>
                  </a:solidFill>
                </a:rPr>
                <a:t>–</a:t>
              </a:r>
            </a:p>
          </p:txBody>
        </p:sp>
        <p:grpSp>
          <p:nvGrpSpPr>
            <p:cNvPr id="14" name="Csoportba foglalás 13">
              <a:extLst>
                <a:ext uri="{FF2B5EF4-FFF2-40B4-BE49-F238E27FC236}">
                  <a16:creationId xmlns:a16="http://schemas.microsoft.com/office/drawing/2014/main" id="{268EE617-19EB-47AA-83A9-A11E0531043A}"/>
                </a:ext>
              </a:extLst>
            </p:cNvPr>
            <p:cNvGrpSpPr/>
            <p:nvPr/>
          </p:nvGrpSpPr>
          <p:grpSpPr>
            <a:xfrm>
              <a:off x="350251" y="2709000"/>
              <a:ext cx="5040000" cy="720000"/>
              <a:chOff x="3576000" y="3069000"/>
              <a:chExt cx="5040000" cy="720000"/>
            </a:xfrm>
            <a:solidFill>
              <a:srgbClr val="FBB753"/>
            </a:solidFill>
          </p:grpSpPr>
          <p:grpSp>
            <p:nvGrpSpPr>
              <p:cNvPr id="19" name="Csoportba foglalás 18">
                <a:extLst>
                  <a:ext uri="{FF2B5EF4-FFF2-40B4-BE49-F238E27FC236}">
                    <a16:creationId xmlns:a16="http://schemas.microsoft.com/office/drawing/2014/main" id="{38D90649-728E-3EE1-63F2-9DC80E0D3F74}"/>
                  </a:ext>
                </a:extLst>
              </p:cNvPr>
              <p:cNvGrpSpPr/>
              <p:nvPr/>
            </p:nvGrpSpPr>
            <p:grpSpPr>
              <a:xfrm>
                <a:off x="3576000" y="3069000"/>
                <a:ext cx="2160000" cy="720000"/>
                <a:chOff x="3756001" y="3069000"/>
                <a:chExt cx="2160000" cy="720000"/>
              </a:xfrm>
              <a:grpFill/>
            </p:grpSpPr>
            <p:sp>
              <p:nvSpPr>
                <p:cNvPr id="28" name="Ellipszis 27">
                  <a:extLst>
                    <a:ext uri="{FF2B5EF4-FFF2-40B4-BE49-F238E27FC236}">
                      <a16:creationId xmlns:a16="http://schemas.microsoft.com/office/drawing/2014/main" id="{49C2484B-958B-C4E3-80C9-0757C3102604}"/>
                    </a:ext>
                  </a:extLst>
                </p:cNvPr>
                <p:cNvSpPr/>
                <p:nvPr/>
              </p:nvSpPr>
              <p:spPr>
                <a:xfrm>
                  <a:off x="3756001" y="3069000"/>
                  <a:ext cx="720000" cy="720000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bg2">
                          <a:lumMod val="7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29" name="Ellipszis 28">
                  <a:extLst>
                    <a:ext uri="{FF2B5EF4-FFF2-40B4-BE49-F238E27FC236}">
                      <a16:creationId xmlns:a16="http://schemas.microsoft.com/office/drawing/2014/main" id="{204A8ACA-4566-4937-C1A8-A3155AE1E465}"/>
                    </a:ext>
                  </a:extLst>
                </p:cNvPr>
                <p:cNvSpPr/>
                <p:nvPr/>
              </p:nvSpPr>
              <p:spPr>
                <a:xfrm>
                  <a:off x="5196001" y="3069000"/>
                  <a:ext cx="720000" cy="720000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bg2">
                          <a:lumMod val="75000"/>
                        </a:schemeClr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22" name="Csoportba foglalás 21">
                <a:extLst>
                  <a:ext uri="{FF2B5EF4-FFF2-40B4-BE49-F238E27FC236}">
                    <a16:creationId xmlns:a16="http://schemas.microsoft.com/office/drawing/2014/main" id="{D9615B22-D876-C1CC-13D1-80BC34A06FE1}"/>
                  </a:ext>
                </a:extLst>
              </p:cNvPr>
              <p:cNvGrpSpPr/>
              <p:nvPr/>
            </p:nvGrpSpPr>
            <p:grpSpPr>
              <a:xfrm>
                <a:off x="6456000" y="3069000"/>
                <a:ext cx="2160000" cy="720000"/>
                <a:chOff x="6276000" y="3087854"/>
                <a:chExt cx="2160000" cy="720000"/>
              </a:xfrm>
              <a:grpFill/>
            </p:grpSpPr>
            <p:sp>
              <p:nvSpPr>
                <p:cNvPr id="24" name="Ellipszis 23">
                  <a:extLst>
                    <a:ext uri="{FF2B5EF4-FFF2-40B4-BE49-F238E27FC236}">
                      <a16:creationId xmlns:a16="http://schemas.microsoft.com/office/drawing/2014/main" id="{5E16B085-5D1D-A799-B9EF-A319BA4A2BAC}"/>
                    </a:ext>
                  </a:extLst>
                </p:cNvPr>
                <p:cNvSpPr/>
                <p:nvPr/>
              </p:nvSpPr>
              <p:spPr>
                <a:xfrm>
                  <a:off x="6276000" y="3087854"/>
                  <a:ext cx="720000" cy="72000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27" name="Ellipszis 26">
                  <a:extLst>
                    <a:ext uri="{FF2B5EF4-FFF2-40B4-BE49-F238E27FC236}">
                      <a16:creationId xmlns:a16="http://schemas.microsoft.com/office/drawing/2014/main" id="{292A56A8-91D1-0605-F1EE-BB4C73D298E3}"/>
                    </a:ext>
                  </a:extLst>
                </p:cNvPr>
                <p:cNvSpPr/>
                <p:nvPr/>
              </p:nvSpPr>
              <p:spPr>
                <a:xfrm>
                  <a:off x="7716000" y="3087854"/>
                  <a:ext cx="720000" cy="72000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9C83D850-B93E-256B-F714-9E0C8563EE11}"/>
                </a:ext>
              </a:extLst>
            </p:cNvPr>
            <p:cNvCxnSpPr>
              <a:cxnSpLocks/>
              <a:stCxn id="28" idx="0"/>
              <a:endCxn id="11" idx="4"/>
            </p:cNvCxnSpPr>
            <p:nvPr/>
          </p:nvCxnSpPr>
          <p:spPr>
            <a:xfrm flipV="1">
              <a:off x="710251" y="2168525"/>
              <a:ext cx="720000" cy="540475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gyenes összekötő 15">
              <a:extLst>
                <a:ext uri="{FF2B5EF4-FFF2-40B4-BE49-F238E27FC236}">
                  <a16:creationId xmlns:a16="http://schemas.microsoft.com/office/drawing/2014/main" id="{F44E476A-0A6C-0DAC-F8C9-78AD2E2C1D0A}"/>
                </a:ext>
              </a:extLst>
            </p:cNvPr>
            <p:cNvCxnSpPr>
              <a:cxnSpLocks/>
              <a:stCxn id="29" idx="0"/>
              <a:endCxn id="11" idx="4"/>
            </p:cNvCxnSpPr>
            <p:nvPr/>
          </p:nvCxnSpPr>
          <p:spPr>
            <a:xfrm flipH="1" flipV="1">
              <a:off x="1430251" y="2168525"/>
              <a:ext cx="720000" cy="540475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gyenes összekötő 16">
              <a:extLst>
                <a:ext uri="{FF2B5EF4-FFF2-40B4-BE49-F238E27FC236}">
                  <a16:creationId xmlns:a16="http://schemas.microsoft.com/office/drawing/2014/main" id="{F75A5074-37C8-F85B-F3BC-7B2DC1D61EB0}"/>
                </a:ext>
              </a:extLst>
            </p:cNvPr>
            <p:cNvCxnSpPr>
              <a:cxnSpLocks/>
              <a:stCxn id="24" idx="0"/>
              <a:endCxn id="12" idx="4"/>
            </p:cNvCxnSpPr>
            <p:nvPr/>
          </p:nvCxnSpPr>
          <p:spPr>
            <a:xfrm flipV="1">
              <a:off x="3590251" y="2168525"/>
              <a:ext cx="720000" cy="5404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gyenes összekötő 17">
              <a:extLst>
                <a:ext uri="{FF2B5EF4-FFF2-40B4-BE49-F238E27FC236}">
                  <a16:creationId xmlns:a16="http://schemas.microsoft.com/office/drawing/2014/main" id="{AA13EECB-6BDA-84A6-5EF7-90D95BA2B66C}"/>
                </a:ext>
              </a:extLst>
            </p:cNvPr>
            <p:cNvCxnSpPr>
              <a:cxnSpLocks/>
              <a:stCxn id="27" idx="0"/>
              <a:endCxn id="12" idx="4"/>
            </p:cNvCxnSpPr>
            <p:nvPr/>
          </p:nvCxnSpPr>
          <p:spPr>
            <a:xfrm flipH="1" flipV="1">
              <a:off x="4310251" y="2168525"/>
              <a:ext cx="720000" cy="5404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Csoportba foglalás 58">
            <a:extLst>
              <a:ext uri="{FF2B5EF4-FFF2-40B4-BE49-F238E27FC236}">
                <a16:creationId xmlns:a16="http://schemas.microsoft.com/office/drawing/2014/main" id="{D1CCC809-61AC-F1D9-0AF1-29888B80FC5C}"/>
              </a:ext>
            </a:extLst>
          </p:cNvPr>
          <p:cNvGrpSpPr/>
          <p:nvPr/>
        </p:nvGrpSpPr>
        <p:grpSpPr>
          <a:xfrm>
            <a:off x="350251" y="3429000"/>
            <a:ext cx="4536000" cy="2880000"/>
            <a:chOff x="350251" y="188050"/>
            <a:chExt cx="5040000" cy="3240950"/>
          </a:xfrm>
        </p:grpSpPr>
        <p:sp>
          <p:nvSpPr>
            <p:cNvPr id="60" name="Ellipszis 59">
              <a:extLst>
                <a:ext uri="{FF2B5EF4-FFF2-40B4-BE49-F238E27FC236}">
                  <a16:creationId xmlns:a16="http://schemas.microsoft.com/office/drawing/2014/main" id="{942DEDF2-1A03-F896-2217-1E0E90CB4311}"/>
                </a:ext>
              </a:extLst>
            </p:cNvPr>
            <p:cNvSpPr/>
            <p:nvPr/>
          </p:nvSpPr>
          <p:spPr>
            <a:xfrm>
              <a:off x="2510251" y="188050"/>
              <a:ext cx="720000" cy="720000"/>
            </a:xfrm>
            <a:prstGeom prst="ellipse">
              <a:avLst/>
            </a:prstGeom>
            <a:solidFill>
              <a:srgbClr val="FBB7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hu-HU" sz="3200" dirty="0">
                  <a:solidFill>
                    <a:schemeClr val="tx1"/>
                  </a:solidFill>
                </a:rPr>
                <a:t>+</a:t>
              </a:r>
            </a:p>
          </p:txBody>
        </p:sp>
        <p:cxnSp>
          <p:nvCxnSpPr>
            <p:cNvPr id="61" name="Egyenes összekötő 60">
              <a:extLst>
                <a:ext uri="{FF2B5EF4-FFF2-40B4-BE49-F238E27FC236}">
                  <a16:creationId xmlns:a16="http://schemas.microsoft.com/office/drawing/2014/main" id="{5538B195-0ECC-067C-A3A4-953930A896C9}"/>
                </a:ext>
              </a:extLst>
            </p:cNvPr>
            <p:cNvCxnSpPr>
              <a:cxnSpLocks/>
              <a:stCxn id="60" idx="4"/>
              <a:endCxn id="63" idx="0"/>
            </p:cNvCxnSpPr>
            <p:nvPr/>
          </p:nvCxnSpPr>
          <p:spPr>
            <a:xfrm flipH="1">
              <a:off x="1430251" y="908050"/>
              <a:ext cx="1440000" cy="5404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Egyenes összekötő 61">
              <a:extLst>
                <a:ext uri="{FF2B5EF4-FFF2-40B4-BE49-F238E27FC236}">
                  <a16:creationId xmlns:a16="http://schemas.microsoft.com/office/drawing/2014/main" id="{C59F4EAF-CA13-47CA-FA22-10E26C2FAB67}"/>
                </a:ext>
              </a:extLst>
            </p:cNvPr>
            <p:cNvCxnSpPr>
              <a:cxnSpLocks/>
              <a:stCxn id="60" idx="4"/>
              <a:endCxn id="64" idx="0"/>
            </p:cNvCxnSpPr>
            <p:nvPr/>
          </p:nvCxnSpPr>
          <p:spPr>
            <a:xfrm>
              <a:off x="2870251" y="908050"/>
              <a:ext cx="1440000" cy="5404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Ellipszis 62">
              <a:extLst>
                <a:ext uri="{FF2B5EF4-FFF2-40B4-BE49-F238E27FC236}">
                  <a16:creationId xmlns:a16="http://schemas.microsoft.com/office/drawing/2014/main" id="{832BBE24-CFAE-FFC7-F9CD-CC45CB328E48}"/>
                </a:ext>
              </a:extLst>
            </p:cNvPr>
            <p:cNvSpPr/>
            <p:nvPr/>
          </p:nvSpPr>
          <p:spPr>
            <a:xfrm>
              <a:off x="1070251" y="1448525"/>
              <a:ext cx="720000" cy="720000"/>
            </a:xfrm>
            <a:prstGeom prst="ellipse">
              <a:avLst/>
            </a:prstGeom>
            <a:solidFill>
              <a:srgbClr val="FBB7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hu-HU" sz="3200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64" name="Ellipszis 63">
              <a:extLst>
                <a:ext uri="{FF2B5EF4-FFF2-40B4-BE49-F238E27FC236}">
                  <a16:creationId xmlns:a16="http://schemas.microsoft.com/office/drawing/2014/main" id="{5B575C9C-B25D-44F4-A5F5-867A8DFD69A6}"/>
                </a:ext>
              </a:extLst>
            </p:cNvPr>
            <p:cNvSpPr/>
            <p:nvPr/>
          </p:nvSpPr>
          <p:spPr>
            <a:xfrm>
              <a:off x="3950251" y="1448525"/>
              <a:ext cx="720000" cy="720000"/>
            </a:xfrm>
            <a:prstGeom prst="ellipse">
              <a:avLst/>
            </a:prstGeom>
            <a:solidFill>
              <a:srgbClr val="FBB7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hu-HU" sz="3200" dirty="0">
                  <a:solidFill>
                    <a:schemeClr val="tx1"/>
                  </a:solidFill>
                </a:rPr>
                <a:t>-3</a:t>
              </a:r>
            </a:p>
          </p:txBody>
        </p:sp>
        <p:grpSp>
          <p:nvGrpSpPr>
            <p:cNvPr id="65" name="Csoportba foglalás 64">
              <a:extLst>
                <a:ext uri="{FF2B5EF4-FFF2-40B4-BE49-F238E27FC236}">
                  <a16:creationId xmlns:a16="http://schemas.microsoft.com/office/drawing/2014/main" id="{99164A0D-3FBF-2AD9-3C94-98DD36E87D1A}"/>
                </a:ext>
              </a:extLst>
            </p:cNvPr>
            <p:cNvGrpSpPr/>
            <p:nvPr/>
          </p:nvGrpSpPr>
          <p:grpSpPr>
            <a:xfrm>
              <a:off x="350251" y="2709000"/>
              <a:ext cx="5040000" cy="720000"/>
              <a:chOff x="3576000" y="3069000"/>
              <a:chExt cx="5040000" cy="720000"/>
            </a:xfrm>
            <a:solidFill>
              <a:srgbClr val="FBB753"/>
            </a:solidFill>
          </p:grpSpPr>
          <p:grpSp>
            <p:nvGrpSpPr>
              <p:cNvPr id="70" name="Csoportba foglalás 69">
                <a:extLst>
                  <a:ext uri="{FF2B5EF4-FFF2-40B4-BE49-F238E27FC236}">
                    <a16:creationId xmlns:a16="http://schemas.microsoft.com/office/drawing/2014/main" id="{8F6AD8F4-F5FB-B77D-5E98-6E5D7031944E}"/>
                  </a:ext>
                </a:extLst>
              </p:cNvPr>
              <p:cNvGrpSpPr/>
              <p:nvPr/>
            </p:nvGrpSpPr>
            <p:grpSpPr>
              <a:xfrm>
                <a:off x="3576000" y="3069000"/>
                <a:ext cx="2160000" cy="720000"/>
                <a:chOff x="3756001" y="3069000"/>
                <a:chExt cx="2160000" cy="720000"/>
              </a:xfrm>
              <a:grpFill/>
            </p:grpSpPr>
            <p:sp>
              <p:nvSpPr>
                <p:cNvPr id="74" name="Ellipszis 73">
                  <a:extLst>
                    <a:ext uri="{FF2B5EF4-FFF2-40B4-BE49-F238E27FC236}">
                      <a16:creationId xmlns:a16="http://schemas.microsoft.com/office/drawing/2014/main" id="{72DFB6C0-9B94-84E6-17C5-B6299D70F6E0}"/>
                    </a:ext>
                  </a:extLst>
                </p:cNvPr>
                <p:cNvSpPr/>
                <p:nvPr/>
              </p:nvSpPr>
              <p:spPr>
                <a:xfrm>
                  <a:off x="3756001" y="3069000"/>
                  <a:ext cx="720000" cy="720000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bg2">
                          <a:lumMod val="7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75" name="Ellipszis 74">
                  <a:extLst>
                    <a:ext uri="{FF2B5EF4-FFF2-40B4-BE49-F238E27FC236}">
                      <a16:creationId xmlns:a16="http://schemas.microsoft.com/office/drawing/2014/main" id="{B95840E3-8F4F-D2F7-CEDB-CEBD7C07163D}"/>
                    </a:ext>
                  </a:extLst>
                </p:cNvPr>
                <p:cNvSpPr/>
                <p:nvPr/>
              </p:nvSpPr>
              <p:spPr>
                <a:xfrm>
                  <a:off x="5196001" y="3069000"/>
                  <a:ext cx="720000" cy="720000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bg2">
                          <a:lumMod val="75000"/>
                        </a:schemeClr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71" name="Csoportba foglalás 70">
                <a:extLst>
                  <a:ext uri="{FF2B5EF4-FFF2-40B4-BE49-F238E27FC236}">
                    <a16:creationId xmlns:a16="http://schemas.microsoft.com/office/drawing/2014/main" id="{0A3175CB-1903-DDB4-9C3F-7840A32EC4AF}"/>
                  </a:ext>
                </a:extLst>
              </p:cNvPr>
              <p:cNvGrpSpPr/>
              <p:nvPr/>
            </p:nvGrpSpPr>
            <p:grpSpPr>
              <a:xfrm>
                <a:off x="6456000" y="3069000"/>
                <a:ext cx="2160000" cy="720000"/>
                <a:chOff x="6276000" y="3087854"/>
                <a:chExt cx="2160000" cy="720000"/>
              </a:xfrm>
              <a:grpFill/>
            </p:grpSpPr>
            <p:sp>
              <p:nvSpPr>
                <p:cNvPr id="72" name="Ellipszis 71">
                  <a:extLst>
                    <a:ext uri="{FF2B5EF4-FFF2-40B4-BE49-F238E27FC236}">
                      <a16:creationId xmlns:a16="http://schemas.microsoft.com/office/drawing/2014/main" id="{89E6C319-5F50-14BF-919F-664B84E9AA58}"/>
                    </a:ext>
                  </a:extLst>
                </p:cNvPr>
                <p:cNvSpPr/>
                <p:nvPr/>
              </p:nvSpPr>
              <p:spPr>
                <a:xfrm>
                  <a:off x="6276000" y="3087854"/>
                  <a:ext cx="720000" cy="720000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bg2">
                          <a:lumMod val="75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73" name="Ellipszis 72">
                  <a:extLst>
                    <a:ext uri="{FF2B5EF4-FFF2-40B4-BE49-F238E27FC236}">
                      <a16:creationId xmlns:a16="http://schemas.microsoft.com/office/drawing/2014/main" id="{9FB5262E-DF15-395F-0912-9AC7811B5FC3}"/>
                    </a:ext>
                  </a:extLst>
                </p:cNvPr>
                <p:cNvSpPr/>
                <p:nvPr/>
              </p:nvSpPr>
              <p:spPr>
                <a:xfrm>
                  <a:off x="7716000" y="3087854"/>
                  <a:ext cx="720000" cy="720000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bg2">
                          <a:lumMod val="75000"/>
                        </a:schemeClr>
                      </a:solidFill>
                    </a:rPr>
                    <a:t>9</a:t>
                  </a:r>
                </a:p>
              </p:txBody>
            </p:sp>
          </p:grpSp>
        </p:grpSp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7D23819-31C2-4567-A301-D1AC4CD0E0F0}"/>
                </a:ext>
              </a:extLst>
            </p:cNvPr>
            <p:cNvCxnSpPr>
              <a:cxnSpLocks/>
              <a:stCxn id="74" idx="0"/>
              <a:endCxn id="63" idx="4"/>
            </p:cNvCxnSpPr>
            <p:nvPr/>
          </p:nvCxnSpPr>
          <p:spPr>
            <a:xfrm flipV="1">
              <a:off x="710251" y="2168525"/>
              <a:ext cx="720000" cy="540475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566875BC-7415-B01F-D066-17F5F599AB29}"/>
                </a:ext>
              </a:extLst>
            </p:cNvPr>
            <p:cNvCxnSpPr>
              <a:cxnSpLocks/>
              <a:stCxn id="75" idx="0"/>
              <a:endCxn id="63" idx="4"/>
            </p:cNvCxnSpPr>
            <p:nvPr/>
          </p:nvCxnSpPr>
          <p:spPr>
            <a:xfrm flipH="1" flipV="1">
              <a:off x="1430251" y="2168525"/>
              <a:ext cx="720000" cy="540475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E56DA1FB-0F6F-8900-BFA5-44EB76DB43A0}"/>
                </a:ext>
              </a:extLst>
            </p:cNvPr>
            <p:cNvCxnSpPr>
              <a:cxnSpLocks/>
              <a:stCxn id="72" idx="0"/>
              <a:endCxn id="64" idx="4"/>
            </p:cNvCxnSpPr>
            <p:nvPr/>
          </p:nvCxnSpPr>
          <p:spPr>
            <a:xfrm flipV="1">
              <a:off x="3590251" y="2168525"/>
              <a:ext cx="720000" cy="540475"/>
            </a:xfrm>
            <a:prstGeom prst="lin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1F9800DC-0B02-D43E-268D-A2F565ABA46A}"/>
                </a:ext>
              </a:extLst>
            </p:cNvPr>
            <p:cNvCxnSpPr>
              <a:cxnSpLocks/>
              <a:stCxn id="73" idx="0"/>
              <a:endCxn id="64" idx="4"/>
            </p:cNvCxnSpPr>
            <p:nvPr/>
          </p:nvCxnSpPr>
          <p:spPr>
            <a:xfrm flipH="1" flipV="1">
              <a:off x="4310251" y="2168525"/>
              <a:ext cx="720000" cy="540475"/>
            </a:xfrm>
            <a:prstGeom prst="lin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Csoportba foglalás 75">
            <a:extLst>
              <a:ext uri="{FF2B5EF4-FFF2-40B4-BE49-F238E27FC236}">
                <a16:creationId xmlns:a16="http://schemas.microsoft.com/office/drawing/2014/main" id="{79A14E5C-6580-F4B7-2C81-A024AFFBC24A}"/>
              </a:ext>
            </a:extLst>
          </p:cNvPr>
          <p:cNvGrpSpPr/>
          <p:nvPr/>
        </p:nvGrpSpPr>
        <p:grpSpPr>
          <a:xfrm>
            <a:off x="6096000" y="3429000"/>
            <a:ext cx="4536000" cy="2880000"/>
            <a:chOff x="350251" y="188050"/>
            <a:chExt cx="5040000" cy="3240950"/>
          </a:xfrm>
        </p:grpSpPr>
        <p:sp>
          <p:nvSpPr>
            <p:cNvPr id="77" name="Ellipszis 76">
              <a:extLst>
                <a:ext uri="{FF2B5EF4-FFF2-40B4-BE49-F238E27FC236}">
                  <a16:creationId xmlns:a16="http://schemas.microsoft.com/office/drawing/2014/main" id="{695ADF34-F3D2-FEB9-2C2C-336D0F564095}"/>
                </a:ext>
              </a:extLst>
            </p:cNvPr>
            <p:cNvSpPr/>
            <p:nvPr/>
          </p:nvSpPr>
          <p:spPr>
            <a:xfrm>
              <a:off x="2510251" y="188050"/>
              <a:ext cx="720000" cy="720000"/>
            </a:xfrm>
            <a:prstGeom prst="ellipse">
              <a:avLst/>
            </a:prstGeom>
            <a:solidFill>
              <a:srgbClr val="FBB7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hu-HU" sz="3200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78" name="Egyenes összekötő 77">
              <a:extLst>
                <a:ext uri="{FF2B5EF4-FFF2-40B4-BE49-F238E27FC236}">
                  <a16:creationId xmlns:a16="http://schemas.microsoft.com/office/drawing/2014/main" id="{5177F24A-CFBD-CE1A-A2C7-709E15710954}"/>
                </a:ext>
              </a:extLst>
            </p:cNvPr>
            <p:cNvCxnSpPr>
              <a:cxnSpLocks/>
              <a:stCxn id="77" idx="4"/>
              <a:endCxn id="80" idx="0"/>
            </p:cNvCxnSpPr>
            <p:nvPr/>
          </p:nvCxnSpPr>
          <p:spPr>
            <a:xfrm flipH="1">
              <a:off x="1430251" y="908050"/>
              <a:ext cx="1440000" cy="540475"/>
            </a:xfrm>
            <a:prstGeom prst="lin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Egyenes összekötő 78">
              <a:extLst>
                <a:ext uri="{FF2B5EF4-FFF2-40B4-BE49-F238E27FC236}">
                  <a16:creationId xmlns:a16="http://schemas.microsoft.com/office/drawing/2014/main" id="{631B25F8-B39E-D88F-4EA9-11F00E30B12B}"/>
                </a:ext>
              </a:extLst>
            </p:cNvPr>
            <p:cNvCxnSpPr>
              <a:cxnSpLocks/>
              <a:stCxn id="77" idx="4"/>
              <a:endCxn id="81" idx="0"/>
            </p:cNvCxnSpPr>
            <p:nvPr/>
          </p:nvCxnSpPr>
          <p:spPr>
            <a:xfrm>
              <a:off x="2870251" y="908050"/>
              <a:ext cx="1440000" cy="540475"/>
            </a:xfrm>
            <a:prstGeom prst="lin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Ellipszis 79">
              <a:extLst>
                <a:ext uri="{FF2B5EF4-FFF2-40B4-BE49-F238E27FC236}">
                  <a16:creationId xmlns:a16="http://schemas.microsoft.com/office/drawing/2014/main" id="{820F78EB-AEFA-0695-3CF0-78C053E0EAE6}"/>
                </a:ext>
              </a:extLst>
            </p:cNvPr>
            <p:cNvSpPr/>
            <p:nvPr/>
          </p:nvSpPr>
          <p:spPr>
            <a:xfrm>
              <a:off x="1070251" y="1448525"/>
              <a:ext cx="720000" cy="720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hu-HU" sz="3200" dirty="0">
                  <a:solidFill>
                    <a:schemeClr val="bg2">
                      <a:lumMod val="75000"/>
                    </a:schemeClr>
                  </a:solidFill>
                </a:rPr>
                <a:t>12</a:t>
              </a:r>
            </a:p>
          </p:txBody>
        </p:sp>
        <p:sp>
          <p:nvSpPr>
            <p:cNvPr id="81" name="Ellipszis 80">
              <a:extLst>
                <a:ext uri="{FF2B5EF4-FFF2-40B4-BE49-F238E27FC236}">
                  <a16:creationId xmlns:a16="http://schemas.microsoft.com/office/drawing/2014/main" id="{3BAFC6CE-A82E-F492-1F75-0E23B3C43E6D}"/>
                </a:ext>
              </a:extLst>
            </p:cNvPr>
            <p:cNvSpPr/>
            <p:nvPr/>
          </p:nvSpPr>
          <p:spPr>
            <a:xfrm>
              <a:off x="3950251" y="1448525"/>
              <a:ext cx="720000" cy="720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hu-HU" sz="3200" dirty="0">
                  <a:solidFill>
                    <a:schemeClr val="bg2">
                      <a:lumMod val="75000"/>
                    </a:schemeClr>
                  </a:solidFill>
                </a:rPr>
                <a:t>-3</a:t>
              </a:r>
            </a:p>
          </p:txBody>
        </p:sp>
        <p:grpSp>
          <p:nvGrpSpPr>
            <p:cNvPr id="82" name="Csoportba foglalás 81">
              <a:extLst>
                <a:ext uri="{FF2B5EF4-FFF2-40B4-BE49-F238E27FC236}">
                  <a16:creationId xmlns:a16="http://schemas.microsoft.com/office/drawing/2014/main" id="{3942C09E-F3DD-E334-B826-B8D6A695DF9B}"/>
                </a:ext>
              </a:extLst>
            </p:cNvPr>
            <p:cNvGrpSpPr/>
            <p:nvPr/>
          </p:nvGrpSpPr>
          <p:grpSpPr>
            <a:xfrm>
              <a:off x="350251" y="2709000"/>
              <a:ext cx="5040000" cy="720000"/>
              <a:chOff x="3576000" y="3069000"/>
              <a:chExt cx="5040000" cy="720000"/>
            </a:xfrm>
            <a:solidFill>
              <a:srgbClr val="FBB753"/>
            </a:solidFill>
          </p:grpSpPr>
          <p:grpSp>
            <p:nvGrpSpPr>
              <p:cNvPr id="87" name="Csoportba foglalás 86">
                <a:extLst>
                  <a:ext uri="{FF2B5EF4-FFF2-40B4-BE49-F238E27FC236}">
                    <a16:creationId xmlns:a16="http://schemas.microsoft.com/office/drawing/2014/main" id="{92A2F9D9-33F4-8191-EF3E-125EFAFD5787}"/>
                  </a:ext>
                </a:extLst>
              </p:cNvPr>
              <p:cNvGrpSpPr/>
              <p:nvPr/>
            </p:nvGrpSpPr>
            <p:grpSpPr>
              <a:xfrm>
                <a:off x="3576000" y="3069000"/>
                <a:ext cx="2160000" cy="720000"/>
                <a:chOff x="3756001" y="3069000"/>
                <a:chExt cx="2160000" cy="720000"/>
              </a:xfrm>
              <a:grpFill/>
            </p:grpSpPr>
            <p:sp>
              <p:nvSpPr>
                <p:cNvPr id="91" name="Ellipszis 90">
                  <a:extLst>
                    <a:ext uri="{FF2B5EF4-FFF2-40B4-BE49-F238E27FC236}">
                      <a16:creationId xmlns:a16="http://schemas.microsoft.com/office/drawing/2014/main" id="{12FDC3DD-4504-9C8A-2AB8-79F1AC0D9B74}"/>
                    </a:ext>
                  </a:extLst>
                </p:cNvPr>
                <p:cNvSpPr/>
                <p:nvPr/>
              </p:nvSpPr>
              <p:spPr>
                <a:xfrm>
                  <a:off x="3756001" y="3069000"/>
                  <a:ext cx="720000" cy="720000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bg2">
                          <a:lumMod val="7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92" name="Ellipszis 91">
                  <a:extLst>
                    <a:ext uri="{FF2B5EF4-FFF2-40B4-BE49-F238E27FC236}">
                      <a16:creationId xmlns:a16="http://schemas.microsoft.com/office/drawing/2014/main" id="{2188FE27-6F78-A48F-A1AE-52D282E82705}"/>
                    </a:ext>
                  </a:extLst>
                </p:cNvPr>
                <p:cNvSpPr/>
                <p:nvPr/>
              </p:nvSpPr>
              <p:spPr>
                <a:xfrm>
                  <a:off x="5196001" y="3069000"/>
                  <a:ext cx="720000" cy="720000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bg2">
                          <a:lumMod val="75000"/>
                        </a:schemeClr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88" name="Csoportba foglalás 87">
                <a:extLst>
                  <a:ext uri="{FF2B5EF4-FFF2-40B4-BE49-F238E27FC236}">
                    <a16:creationId xmlns:a16="http://schemas.microsoft.com/office/drawing/2014/main" id="{5B5940FA-E09F-6527-F530-B147F70A802F}"/>
                  </a:ext>
                </a:extLst>
              </p:cNvPr>
              <p:cNvGrpSpPr/>
              <p:nvPr/>
            </p:nvGrpSpPr>
            <p:grpSpPr>
              <a:xfrm>
                <a:off x="6456000" y="3069000"/>
                <a:ext cx="2160000" cy="720000"/>
                <a:chOff x="6276000" y="3087854"/>
                <a:chExt cx="2160000" cy="720000"/>
              </a:xfrm>
              <a:grpFill/>
            </p:grpSpPr>
            <p:sp>
              <p:nvSpPr>
                <p:cNvPr id="89" name="Ellipszis 88">
                  <a:extLst>
                    <a:ext uri="{FF2B5EF4-FFF2-40B4-BE49-F238E27FC236}">
                      <a16:creationId xmlns:a16="http://schemas.microsoft.com/office/drawing/2014/main" id="{8DC2FA19-4428-5FF5-C4CA-160646F49ADD}"/>
                    </a:ext>
                  </a:extLst>
                </p:cNvPr>
                <p:cNvSpPr/>
                <p:nvPr/>
              </p:nvSpPr>
              <p:spPr>
                <a:xfrm>
                  <a:off x="6276000" y="3087854"/>
                  <a:ext cx="720000" cy="720000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bg2">
                          <a:lumMod val="75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90" name="Ellipszis 89">
                  <a:extLst>
                    <a:ext uri="{FF2B5EF4-FFF2-40B4-BE49-F238E27FC236}">
                      <a16:creationId xmlns:a16="http://schemas.microsoft.com/office/drawing/2014/main" id="{0789DC22-ABE6-5840-DCA8-DED4C23C139E}"/>
                    </a:ext>
                  </a:extLst>
                </p:cNvPr>
                <p:cNvSpPr/>
                <p:nvPr/>
              </p:nvSpPr>
              <p:spPr>
                <a:xfrm>
                  <a:off x="7716000" y="3087854"/>
                  <a:ext cx="720000" cy="720000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hu-HU" sz="3200" dirty="0">
                      <a:solidFill>
                        <a:schemeClr val="bg2">
                          <a:lumMod val="75000"/>
                        </a:schemeClr>
                      </a:solidFill>
                    </a:rPr>
                    <a:t>9</a:t>
                  </a:r>
                </a:p>
              </p:txBody>
            </p:sp>
          </p:grpSp>
        </p:grpSp>
        <p:cxnSp>
          <p:nvCxnSpPr>
            <p:cNvPr id="83" name="Egyenes összekötő 82">
              <a:extLst>
                <a:ext uri="{FF2B5EF4-FFF2-40B4-BE49-F238E27FC236}">
                  <a16:creationId xmlns:a16="http://schemas.microsoft.com/office/drawing/2014/main" id="{F147202D-02DB-B204-98FF-A7FE0204A922}"/>
                </a:ext>
              </a:extLst>
            </p:cNvPr>
            <p:cNvCxnSpPr>
              <a:cxnSpLocks/>
              <a:stCxn id="91" idx="0"/>
              <a:endCxn id="80" idx="4"/>
            </p:cNvCxnSpPr>
            <p:nvPr/>
          </p:nvCxnSpPr>
          <p:spPr>
            <a:xfrm flipV="1">
              <a:off x="710251" y="2168525"/>
              <a:ext cx="720000" cy="540475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2E526AFB-14DD-BBDA-1866-640457F73A9B}"/>
                </a:ext>
              </a:extLst>
            </p:cNvPr>
            <p:cNvCxnSpPr>
              <a:cxnSpLocks/>
              <a:stCxn id="92" idx="0"/>
              <a:endCxn id="80" idx="4"/>
            </p:cNvCxnSpPr>
            <p:nvPr/>
          </p:nvCxnSpPr>
          <p:spPr>
            <a:xfrm flipH="1" flipV="1">
              <a:off x="1430251" y="2168525"/>
              <a:ext cx="720000" cy="540475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Egyenes összekötő 84">
              <a:extLst>
                <a:ext uri="{FF2B5EF4-FFF2-40B4-BE49-F238E27FC236}">
                  <a16:creationId xmlns:a16="http://schemas.microsoft.com/office/drawing/2014/main" id="{DAA455F0-AB7F-A0BE-2C2D-BCD6E87F0120}"/>
                </a:ext>
              </a:extLst>
            </p:cNvPr>
            <p:cNvCxnSpPr>
              <a:cxnSpLocks/>
              <a:stCxn id="89" idx="0"/>
              <a:endCxn id="81" idx="4"/>
            </p:cNvCxnSpPr>
            <p:nvPr/>
          </p:nvCxnSpPr>
          <p:spPr>
            <a:xfrm flipV="1">
              <a:off x="3590251" y="2168525"/>
              <a:ext cx="720000" cy="540475"/>
            </a:xfrm>
            <a:prstGeom prst="lin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Egyenes összekötő 85">
              <a:extLst>
                <a:ext uri="{FF2B5EF4-FFF2-40B4-BE49-F238E27FC236}">
                  <a16:creationId xmlns:a16="http://schemas.microsoft.com/office/drawing/2014/main" id="{F2517A13-F8AD-0249-CABF-55D43B82FBA3}"/>
                </a:ext>
              </a:extLst>
            </p:cNvPr>
            <p:cNvCxnSpPr>
              <a:cxnSpLocks/>
              <a:stCxn id="90" idx="0"/>
              <a:endCxn id="81" idx="4"/>
            </p:cNvCxnSpPr>
            <p:nvPr/>
          </p:nvCxnSpPr>
          <p:spPr>
            <a:xfrm flipH="1" flipV="1">
              <a:off x="4310251" y="2168525"/>
              <a:ext cx="720000" cy="540475"/>
            </a:xfrm>
            <a:prstGeom prst="lin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5846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E29EE0D1-451B-44FE-E982-5E909EDEF1A0}"/>
              </a:ext>
            </a:extLst>
          </p:cNvPr>
          <p:cNvGrpSpPr/>
          <p:nvPr/>
        </p:nvGrpSpPr>
        <p:grpSpPr>
          <a:xfrm>
            <a:off x="472020" y="2524760"/>
            <a:ext cx="2814320" cy="1808480"/>
            <a:chOff x="1544320" y="2926080"/>
            <a:chExt cx="2814320" cy="1808480"/>
          </a:xfrm>
        </p:grpSpPr>
        <p:sp>
          <p:nvSpPr>
            <p:cNvPr id="5" name="Téglalap: lekerekített 4">
              <a:extLst>
                <a:ext uri="{FF2B5EF4-FFF2-40B4-BE49-F238E27FC236}">
                  <a16:creationId xmlns:a16="http://schemas.microsoft.com/office/drawing/2014/main" id="{BED50C9D-3B85-5498-3523-754EA897B31B}"/>
                </a:ext>
              </a:extLst>
            </p:cNvPr>
            <p:cNvSpPr/>
            <p:nvPr/>
          </p:nvSpPr>
          <p:spPr>
            <a:xfrm>
              <a:off x="1544320" y="2926080"/>
              <a:ext cx="2814320" cy="180848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000" noProof="1">
                  <a:solidFill>
                    <a:schemeClr val="tx1"/>
                  </a:solidFill>
                </a:rPr>
                <a:t>A bevitt szöveg</a:t>
              </a:r>
            </a:p>
            <a:p>
              <a:pPr algn="ctr"/>
              <a:endParaRPr lang="hu-HU" sz="2000" noProof="1"/>
            </a:p>
            <a:p>
              <a:pPr algn="ctr"/>
              <a:endParaRPr lang="hu-HU" sz="2000" noProof="1"/>
            </a:p>
            <a:p>
              <a:pPr algn="ctr"/>
              <a:endParaRPr lang="hu-HU" sz="2000" noProof="1"/>
            </a:p>
          </p:txBody>
        </p:sp>
        <p:sp>
          <p:nvSpPr>
            <p:cNvPr id="6" name="Téglalap: lekerekített 5">
              <a:extLst>
                <a:ext uri="{FF2B5EF4-FFF2-40B4-BE49-F238E27FC236}">
                  <a16:creationId xmlns:a16="http://schemas.microsoft.com/office/drawing/2014/main" id="{E18BF2A4-53A4-3C40-DDC7-E9EF0202BFB5}"/>
                </a:ext>
              </a:extLst>
            </p:cNvPr>
            <p:cNvSpPr/>
            <p:nvPr/>
          </p:nvSpPr>
          <p:spPr>
            <a:xfrm>
              <a:off x="1645920" y="3759200"/>
              <a:ext cx="2600960" cy="812800"/>
            </a:xfrm>
            <a:prstGeom prst="roundRect">
              <a:avLst/>
            </a:prstGeom>
            <a:solidFill>
              <a:srgbClr val="50AED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000" noProof="1">
                  <a:solidFill>
                    <a:schemeClr val="bg1"/>
                  </a:solidFill>
                </a:rPr>
                <a:t>2+</a:t>
              </a:r>
              <a:r>
                <a:rPr lang="hu-HU" sz="2000" noProof="1"/>
                <a:t>3×(1-2+1)+…</a:t>
              </a:r>
            </a:p>
          </p:txBody>
        </p:sp>
      </p:grp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E3070D41-9CF9-A9FA-DD64-9C1DC340CB66}"/>
              </a:ext>
            </a:extLst>
          </p:cNvPr>
          <p:cNvGrpSpPr/>
          <p:nvPr/>
        </p:nvGrpSpPr>
        <p:grpSpPr>
          <a:xfrm>
            <a:off x="4034279" y="1784350"/>
            <a:ext cx="3124200" cy="3289300"/>
            <a:chOff x="4333240" y="2034540"/>
            <a:chExt cx="3124200" cy="3289300"/>
          </a:xfrm>
        </p:grpSpPr>
        <p:sp>
          <p:nvSpPr>
            <p:cNvPr id="7" name="Téglalap: lekerekített 6">
              <a:extLst>
                <a:ext uri="{FF2B5EF4-FFF2-40B4-BE49-F238E27FC236}">
                  <a16:creationId xmlns:a16="http://schemas.microsoft.com/office/drawing/2014/main" id="{FB2FBC0C-91B8-B991-86FA-128252E505D5}"/>
                </a:ext>
              </a:extLst>
            </p:cNvPr>
            <p:cNvSpPr/>
            <p:nvPr/>
          </p:nvSpPr>
          <p:spPr>
            <a:xfrm>
              <a:off x="4333240" y="2034540"/>
              <a:ext cx="3124200" cy="32893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000" noProof="1">
                  <a:solidFill>
                    <a:schemeClr val="tx1"/>
                  </a:solidFill>
                </a:rPr>
                <a:t>A parser felismer egy tokent és objektummá változtatja</a:t>
              </a:r>
            </a:p>
            <a:p>
              <a:pPr algn="ctr"/>
              <a:endParaRPr lang="hu-HU" sz="2000" noProof="1"/>
            </a:p>
            <a:p>
              <a:pPr algn="ctr"/>
              <a:endParaRPr lang="hu-HU" sz="2000" noProof="1"/>
            </a:p>
            <a:p>
              <a:pPr algn="ctr"/>
              <a:endParaRPr lang="hu-HU" sz="2000" noProof="1"/>
            </a:p>
            <a:p>
              <a:pPr algn="ctr"/>
              <a:endParaRPr lang="hu-HU" sz="2000" noProof="1"/>
            </a:p>
            <a:p>
              <a:pPr algn="ctr"/>
              <a:endParaRPr lang="hu-HU" sz="2000" noProof="1"/>
            </a:p>
            <a:p>
              <a:pPr algn="ctr"/>
              <a:endParaRPr lang="hu-HU" sz="2000" noProof="1"/>
            </a:p>
            <a:p>
              <a:pPr algn="ctr"/>
              <a:endParaRPr lang="hu-HU" sz="2000" noProof="1"/>
            </a:p>
          </p:txBody>
        </p:sp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E17EED49-16EE-8587-A7E2-41065E00C00A}"/>
                </a:ext>
              </a:extLst>
            </p:cNvPr>
            <p:cNvSpPr/>
            <p:nvPr/>
          </p:nvSpPr>
          <p:spPr>
            <a:xfrm>
              <a:off x="4594860" y="3357880"/>
              <a:ext cx="2600960" cy="812800"/>
            </a:xfrm>
            <a:prstGeom prst="roundRect">
              <a:avLst/>
            </a:prstGeom>
            <a:solidFill>
              <a:srgbClr val="50AED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000" noProof="1"/>
                <a:t>3×(1-2+1)+…</a:t>
              </a:r>
            </a:p>
          </p:txBody>
        </p:sp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85455549-1932-EDB3-2C1B-888EA0D42439}"/>
                </a:ext>
              </a:extLst>
            </p:cNvPr>
            <p:cNvSpPr/>
            <p:nvPr/>
          </p:nvSpPr>
          <p:spPr>
            <a:xfrm>
              <a:off x="4594860" y="4333240"/>
              <a:ext cx="2600960" cy="812800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000" noProof="1"/>
                <a:t>Number(2),</a:t>
              </a:r>
            </a:p>
            <a:p>
              <a:pPr algn="ctr"/>
              <a:r>
                <a:rPr lang="hu-HU" sz="2000" noProof="1"/>
                <a:t>Add()</a:t>
              </a:r>
            </a:p>
          </p:txBody>
        </p:sp>
      </p:grp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B5FB11CB-67AB-89FE-D525-B7199C7DB2D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286340" y="3429000"/>
            <a:ext cx="74793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85A02642-063D-BA86-0191-54C829E2BAF6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158479" y="3429000"/>
            <a:ext cx="74793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Nyíl: visszakanyarodó 18">
            <a:extLst>
              <a:ext uri="{FF2B5EF4-FFF2-40B4-BE49-F238E27FC236}">
                <a16:creationId xmlns:a16="http://schemas.microsoft.com/office/drawing/2014/main" id="{F449D66E-5B08-7C09-A894-FC1FF055E5C3}"/>
              </a:ext>
            </a:extLst>
          </p:cNvPr>
          <p:cNvSpPr/>
          <p:nvPr/>
        </p:nvSpPr>
        <p:spPr>
          <a:xfrm rot="10800000">
            <a:off x="4575299" y="5090795"/>
            <a:ext cx="2042160" cy="433705"/>
          </a:xfrm>
          <a:prstGeom prst="uturnArrow">
            <a:avLst>
              <a:gd name="adj1" fmla="val 1697"/>
              <a:gd name="adj2" fmla="val 3929"/>
              <a:gd name="adj3" fmla="val 8661"/>
              <a:gd name="adj4" fmla="val 43750"/>
              <a:gd name="adj5" fmla="val 95715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grpSp>
        <p:nvGrpSpPr>
          <p:cNvPr id="26" name="Csoportba foglalás 25">
            <a:extLst>
              <a:ext uri="{FF2B5EF4-FFF2-40B4-BE49-F238E27FC236}">
                <a16:creationId xmlns:a16="http://schemas.microsoft.com/office/drawing/2014/main" id="{87A5C84F-7D48-B4DF-9045-4EDCE6C4AD7C}"/>
              </a:ext>
            </a:extLst>
          </p:cNvPr>
          <p:cNvGrpSpPr/>
          <p:nvPr/>
        </p:nvGrpSpPr>
        <p:grpSpPr>
          <a:xfrm>
            <a:off x="7906418" y="2365316"/>
            <a:ext cx="2814320" cy="2127368"/>
            <a:chOff x="8804060" y="2362082"/>
            <a:chExt cx="2814320" cy="2127368"/>
          </a:xfrm>
        </p:grpSpPr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D87DB55F-DB80-1906-00F5-50917D2B9FD7}"/>
                </a:ext>
              </a:extLst>
            </p:cNvPr>
            <p:cNvSpPr/>
            <p:nvPr/>
          </p:nvSpPr>
          <p:spPr>
            <a:xfrm>
              <a:off x="8804060" y="2362082"/>
              <a:ext cx="2814320" cy="2127368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000" noProof="1">
                  <a:solidFill>
                    <a:schemeClr val="tx1"/>
                  </a:solidFill>
                </a:rPr>
                <a:t>Objektum tömb</a:t>
              </a:r>
            </a:p>
            <a:p>
              <a:pPr algn="ctr"/>
              <a:endParaRPr lang="hu-HU" sz="2000" noProof="1">
                <a:solidFill>
                  <a:schemeClr val="tx1"/>
                </a:solidFill>
              </a:endParaRPr>
            </a:p>
            <a:p>
              <a:pPr algn="ctr"/>
              <a:endParaRPr lang="hu-HU" sz="2000" noProof="1"/>
            </a:p>
            <a:p>
              <a:pPr algn="ctr"/>
              <a:endParaRPr lang="hu-HU" sz="2000" noProof="1"/>
            </a:p>
            <a:p>
              <a:pPr algn="ctr"/>
              <a:endParaRPr lang="hu-HU" sz="2000" noProof="1"/>
            </a:p>
            <a:p>
              <a:pPr algn="ctr"/>
              <a:endParaRPr lang="hu-HU" sz="2000" noProof="1"/>
            </a:p>
          </p:txBody>
        </p:sp>
        <p:sp>
          <p:nvSpPr>
            <p:cNvPr id="21" name="Téglalap: lekerekített 20">
              <a:extLst>
                <a:ext uri="{FF2B5EF4-FFF2-40B4-BE49-F238E27FC236}">
                  <a16:creationId xmlns:a16="http://schemas.microsoft.com/office/drawing/2014/main" id="{5912FE60-6A04-4370-8179-CF4B0F42378B}"/>
                </a:ext>
              </a:extLst>
            </p:cNvPr>
            <p:cNvSpPr/>
            <p:nvPr/>
          </p:nvSpPr>
          <p:spPr>
            <a:xfrm>
              <a:off x="8910740" y="2916392"/>
              <a:ext cx="2600960" cy="1413614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000" noProof="1"/>
                <a:t>Number(2),</a:t>
              </a:r>
            </a:p>
            <a:p>
              <a:pPr algn="ctr"/>
              <a:r>
                <a:rPr lang="hu-HU" sz="2000" noProof="1"/>
                <a:t>Add(),</a:t>
              </a:r>
            </a:p>
            <a:p>
              <a:pPr algn="ctr"/>
              <a:r>
                <a:rPr lang="hu-HU" sz="2000" noProof="1"/>
                <a:t>Number(3),</a:t>
              </a:r>
            </a:p>
            <a:p>
              <a:pPr algn="ctr"/>
              <a:r>
                <a:rPr lang="hu-HU" sz="2000" noProof="1"/>
                <a:t>…</a:t>
              </a:r>
            </a:p>
          </p:txBody>
        </p:sp>
      </p:grp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8D05953B-3F50-E37F-9D68-2A95E0D42AE8}"/>
              </a:ext>
            </a:extLst>
          </p:cNvPr>
          <p:cNvSpPr txBox="1"/>
          <p:nvPr/>
        </p:nvSpPr>
        <p:spPr>
          <a:xfrm>
            <a:off x="4119274" y="5541646"/>
            <a:ext cx="2954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Ameddig tart a bevitt szöveg</a:t>
            </a:r>
          </a:p>
        </p:txBody>
      </p:sp>
    </p:spTree>
    <p:extLst>
      <p:ext uri="{BB962C8B-B14F-4D97-AF65-F5344CB8AC3E}">
        <p14:creationId xmlns:p14="http://schemas.microsoft.com/office/powerpoint/2010/main" val="782287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646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126</Words>
  <Application>Microsoft Office PowerPoint</Application>
  <PresentationFormat>Szélesvásznú</PresentationFormat>
  <Paragraphs>85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Trefiman Viktor Ádám</dc:creator>
  <cp:lastModifiedBy>Trefiman Viktor Ádám</cp:lastModifiedBy>
  <cp:revision>5</cp:revision>
  <dcterms:created xsi:type="dcterms:W3CDTF">2026-04-30T07:02:24Z</dcterms:created>
  <dcterms:modified xsi:type="dcterms:W3CDTF">2026-05-01T07:50:36Z</dcterms:modified>
</cp:coreProperties>
</file>