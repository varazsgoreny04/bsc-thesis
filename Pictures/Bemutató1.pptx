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B753"/>
    <a:srgbClr val="F6AC26"/>
    <a:srgbClr val="29AD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754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-533" y="-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6514FDB-C869-1319-A9A7-C6C0F62C04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472CCA2-E59D-AC50-30C9-8428C2DE2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2E8CD20-53CD-9611-0E10-3B7B3BEB6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FD9B49C-21BD-2594-344A-8B694BE1E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B100393-9486-80E0-57B3-60E98803D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47213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24D873-4AAB-7246-D8DD-A80F746C7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A83B66D-CE62-4BB2-125E-FE5C099B7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276CB38-416A-C474-C7CE-B69E99071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90F0CC7-9CB3-7FEB-6DEA-CA1AD390B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BCC077-8732-E25E-D41B-352ED74D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5250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86C80A-4A0E-A59F-2471-105F980A0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355A771-DE8F-CDC8-950A-4488C8A3D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470E60F-A2F2-4CC2-012A-54E166F36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8E22B78-2AD3-AB46-1341-FC56AFEB5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1ACAFCC-FA08-1F49-D8FE-DFEAF8EDA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28960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3ACEE3-8B41-88B7-63C4-A8F76E81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55225EE-3D29-C95E-89B0-816830329E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46EB3EC-492C-6105-41E0-B426FD921A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35DE307-82CD-A610-EBD9-F8291D249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C76A2BA-AE0A-160A-6F82-5B75748C5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2083883-E6B0-7589-5858-3C6F06945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131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E2584E9-9BD7-9FB2-4819-8D60BFAF5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F93A6B7-78B0-72D5-FA7C-432625103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6F96600-ECA5-36ED-A99B-9A81173F74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0C36240-8518-AF99-4746-9AAC86FCD3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015DAEB-1E79-53D6-E79D-C11696BFB7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5CB9DEE-E551-FA28-116E-626269BF5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0586FA0-CA71-5B26-74F3-6BE36C6E4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684BA038-45BC-8BF6-1A3E-878D396E7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37759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48BB80-1E9A-B884-820E-2399ED29C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EE59444A-E922-5AD4-CA6E-5C4E6A48A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CC414905-406B-291E-0F43-E40469F20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9C6594F-F9EB-6CB1-A058-EC0D942B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40374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5A828A1E-9EED-B8D7-123E-3A695BFF0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376ED8D0-2387-78B6-9CCF-CAD76030B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594C83F-E550-9F4B-5AD8-5DF9363A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8785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2B47DC-E127-5A58-ACA2-ACA38C1AE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0A11795-95E7-35C3-8146-4AC66730E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BF530B5-F63C-08E7-975C-D7F3D700EC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A721DFC-45FA-9661-C736-5B95DD5DB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CEB4E97-29CD-2441-0C28-9473D4ED4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5F5BE11-EBA5-598E-ED37-6CD9FBBC5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38097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13F240E-972D-A20C-8B6F-87ADEB3B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09B867A0-C65C-F3DA-6D75-847BF3AB2C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488C336-F88E-6FAC-6731-B7BE42B0E2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C7D4DF7-C394-F521-6189-30ECC4BC0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566E39C-918D-225B-3BAB-84A00578C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0DA35E-F611-0ACE-7D9A-7A3D34477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704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086D03-0160-BEAF-F41D-7504ABE94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0E1570B1-6A49-D2EE-FCC8-E3C501E1E8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043C662-2A35-0C01-E16C-AE52098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1A87687-FFBB-3BCE-99F9-D7381A685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EAC459E-036D-FE42-D916-B96A0B7D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0199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4D9CE23-2820-27B5-35F9-5D40C9FCC1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AD35612-22F6-B245-3D85-0AACFEB601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41BDFC3-0FA3-6FC4-46DF-2F477F636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77F276-3FEB-8469-1A9F-910EB2077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701C803-8BAF-202C-E892-773005D20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9358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2BDFE2C-ABAC-EEB2-F598-063FD9629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0DBBF3A-CD14-E464-E261-7AF7D3DA0B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26ACC7A-3016-21E4-609F-AF4578BC99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9D5A95-3234-48D1-BBB6-FEF77B066D7E}" type="datetimeFigureOut">
              <a:rPr lang="hu-HU" smtClean="0"/>
              <a:t>2026. 04. 30.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9B02307-7AF9-1872-E999-F6B1B6EE6B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56E37FB-7678-829B-4B37-AB40F0DF4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DF3D81-2AA7-4F19-ADC3-761DD48A96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5896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áblázat 3">
            <a:extLst>
              <a:ext uri="{FF2B5EF4-FFF2-40B4-BE49-F238E27FC236}">
                <a16:creationId xmlns:a16="http://schemas.microsoft.com/office/drawing/2014/main" id="{024B7D65-DF63-B9E2-901A-E47B970A44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952363"/>
              </p:ext>
            </p:extLst>
          </p:nvPr>
        </p:nvGraphicFramePr>
        <p:xfrm>
          <a:off x="622168" y="719666"/>
          <a:ext cx="11425312" cy="609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041">
                  <a:extLst>
                    <a:ext uri="{9D8B030D-6E8A-4147-A177-3AD203B41FA5}">
                      <a16:colId xmlns:a16="http://schemas.microsoft.com/office/drawing/2014/main" val="460492588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29140380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984291233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309122227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263253345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400041370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505386854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967276334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298693502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3567223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83394483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955088772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863421970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110008854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974747347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90600920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65424605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743990924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007091102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21302978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41445582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165823522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836886162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678783438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25102333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37475916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055944545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779332423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3729509548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55662249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179882537"/>
                    </a:ext>
                  </a:extLst>
                </a:gridCol>
                <a:gridCol w="357041">
                  <a:extLst>
                    <a:ext uri="{9D8B030D-6E8A-4147-A177-3AD203B41FA5}">
                      <a16:colId xmlns:a16="http://schemas.microsoft.com/office/drawing/2014/main" val="2816340249"/>
                    </a:ext>
                  </a:extLst>
                </a:gridCol>
              </a:tblGrid>
              <a:tr h="609513"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hu-HU" noProof="1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3687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7533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B315E821-A8BA-DDEC-8554-61C2D22607B7}"/>
              </a:ext>
            </a:extLst>
          </p:cNvPr>
          <p:cNvSpPr/>
          <p:nvPr/>
        </p:nvSpPr>
        <p:spPr>
          <a:xfrm>
            <a:off x="4277360" y="2245360"/>
            <a:ext cx="5598159" cy="188467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noProof="1">
                <a:solidFill>
                  <a:schemeClr val="tx1"/>
                </a:solidFill>
              </a:rPr>
              <a:t>Számológép</a:t>
            </a:r>
          </a:p>
          <a:p>
            <a:pPr algn="ctr"/>
            <a:endParaRPr lang="hu-HU" noProof="1"/>
          </a:p>
          <a:p>
            <a:pPr algn="ctr"/>
            <a:endParaRPr lang="hu-HU" noProof="1"/>
          </a:p>
          <a:p>
            <a:pPr algn="ctr"/>
            <a:endParaRPr lang="hu-HU" noProof="1"/>
          </a:p>
          <a:p>
            <a:pPr algn="ctr"/>
            <a:endParaRPr lang="hu-HU" noProof="1"/>
          </a:p>
          <a:p>
            <a:pPr algn="ctr"/>
            <a:endParaRPr lang="hu-HU" noProof="1"/>
          </a:p>
        </p:txBody>
      </p:sp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AF2EC565-71EE-15A5-809D-617F9236DD3E}"/>
              </a:ext>
            </a:extLst>
          </p:cNvPr>
          <p:cNvSpPr/>
          <p:nvPr/>
        </p:nvSpPr>
        <p:spPr>
          <a:xfrm>
            <a:off x="2333360" y="2245361"/>
            <a:ext cx="1720480" cy="188467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noProof="1">
                <a:solidFill>
                  <a:schemeClr val="tx1"/>
                </a:solidFill>
              </a:rPr>
              <a:t>Parser</a:t>
            </a:r>
          </a:p>
          <a:p>
            <a:pPr algn="ctr"/>
            <a:endParaRPr lang="hu-HU" noProof="1"/>
          </a:p>
          <a:p>
            <a:pPr algn="ctr"/>
            <a:endParaRPr lang="hu-HU" noProof="1"/>
          </a:p>
          <a:p>
            <a:pPr algn="ctr"/>
            <a:endParaRPr lang="hu-HU" noProof="1"/>
          </a:p>
          <a:p>
            <a:pPr algn="ctr"/>
            <a:endParaRPr lang="hu-HU" noProof="1"/>
          </a:p>
          <a:p>
            <a:pPr algn="ctr"/>
            <a:endParaRPr lang="hu-HU" noProof="1"/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AFB69835-2A72-9392-59B1-AEE07E52FAC3}"/>
              </a:ext>
            </a:extLst>
          </p:cNvPr>
          <p:cNvSpPr/>
          <p:nvPr/>
        </p:nvSpPr>
        <p:spPr>
          <a:xfrm>
            <a:off x="496243" y="2938780"/>
            <a:ext cx="1512000" cy="980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noProof="1"/>
              <a:t>Beérkezik a kiszámolandó egyenlet</a:t>
            </a:r>
          </a:p>
        </p:txBody>
      </p:sp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A1546A88-F5B8-CF90-33FE-C51EC9BAD586}"/>
              </a:ext>
            </a:extLst>
          </p:cNvPr>
          <p:cNvSpPr/>
          <p:nvPr/>
        </p:nvSpPr>
        <p:spPr>
          <a:xfrm>
            <a:off x="2440243" y="2938780"/>
            <a:ext cx="1512000" cy="980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noProof="1"/>
              <a:t>Tokenizálás</a:t>
            </a:r>
          </a:p>
        </p:txBody>
      </p:sp>
      <p:sp>
        <p:nvSpPr>
          <p:cNvPr id="6" name="Téglalap: lekerekített 5">
            <a:extLst>
              <a:ext uri="{FF2B5EF4-FFF2-40B4-BE49-F238E27FC236}">
                <a16:creationId xmlns:a16="http://schemas.microsoft.com/office/drawing/2014/main" id="{FF987B3F-D1F6-01F3-7440-03BD7568D6B9}"/>
              </a:ext>
            </a:extLst>
          </p:cNvPr>
          <p:cNvSpPr/>
          <p:nvPr/>
        </p:nvSpPr>
        <p:spPr>
          <a:xfrm>
            <a:off x="4384243" y="2938780"/>
            <a:ext cx="1512000" cy="980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noProof="1"/>
              <a:t>Lengyel formára hozás</a:t>
            </a:r>
          </a:p>
        </p:txBody>
      </p:sp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471D42B5-0A3D-117A-342D-3BAB024DE552}"/>
              </a:ext>
            </a:extLst>
          </p:cNvPr>
          <p:cNvSpPr/>
          <p:nvPr/>
        </p:nvSpPr>
        <p:spPr>
          <a:xfrm>
            <a:off x="6328243" y="2938780"/>
            <a:ext cx="1512000" cy="980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noProof="1"/>
              <a:t>Kifejezésfa elkészítése</a:t>
            </a:r>
          </a:p>
        </p:txBody>
      </p:sp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08451F62-1B7F-3C10-743E-D338B5DD4F0C}"/>
              </a:ext>
            </a:extLst>
          </p:cNvPr>
          <p:cNvSpPr/>
          <p:nvPr/>
        </p:nvSpPr>
        <p:spPr>
          <a:xfrm>
            <a:off x="8272243" y="2938780"/>
            <a:ext cx="1512000" cy="980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noProof="1"/>
              <a:t>Kiértékelés mélységi bejárással</a:t>
            </a:r>
          </a:p>
        </p:txBody>
      </p: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5A733C02-10AA-1A40-0604-B58A4D4C468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008243" y="3429000"/>
            <a:ext cx="4320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Egyenes összekötő nyíllal 10">
            <a:extLst>
              <a:ext uri="{FF2B5EF4-FFF2-40B4-BE49-F238E27FC236}">
                <a16:creationId xmlns:a16="http://schemas.microsoft.com/office/drawing/2014/main" id="{7454A5C7-2207-0ADF-E101-38BCD921BD0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952243" y="3429000"/>
            <a:ext cx="4320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Egyenes összekötő nyíllal 13">
            <a:extLst>
              <a:ext uri="{FF2B5EF4-FFF2-40B4-BE49-F238E27FC236}">
                <a16:creationId xmlns:a16="http://schemas.microsoft.com/office/drawing/2014/main" id="{E19C11B5-B919-82F9-DA39-B123645C421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896243" y="3429000"/>
            <a:ext cx="4320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Egyenes összekötő nyíllal 14">
            <a:extLst>
              <a:ext uri="{FF2B5EF4-FFF2-40B4-BE49-F238E27FC236}">
                <a16:creationId xmlns:a16="http://schemas.microsoft.com/office/drawing/2014/main" id="{08056651-FD9B-7636-FA8F-F30754FBF47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840243" y="3429000"/>
            <a:ext cx="4320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Ellipszis 41">
            <a:extLst>
              <a:ext uri="{FF2B5EF4-FFF2-40B4-BE49-F238E27FC236}">
                <a16:creationId xmlns:a16="http://schemas.microsoft.com/office/drawing/2014/main" id="{3798DDFB-1091-1588-5DF5-83DB42379762}"/>
              </a:ext>
            </a:extLst>
          </p:cNvPr>
          <p:cNvSpPr/>
          <p:nvPr/>
        </p:nvSpPr>
        <p:spPr>
          <a:xfrm>
            <a:off x="10216243" y="2938780"/>
            <a:ext cx="1512000" cy="980440"/>
          </a:xfrm>
          <a:prstGeom prst="ellipse">
            <a:avLst/>
          </a:prstGeom>
          <a:solidFill>
            <a:srgbClr val="29AD3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noProof="1"/>
              <a:t>Eredmény</a:t>
            </a:r>
          </a:p>
        </p:txBody>
      </p:sp>
      <p:cxnSp>
        <p:nvCxnSpPr>
          <p:cNvPr id="44" name="Egyenes összekötő nyíllal 43">
            <a:extLst>
              <a:ext uri="{FF2B5EF4-FFF2-40B4-BE49-F238E27FC236}">
                <a16:creationId xmlns:a16="http://schemas.microsoft.com/office/drawing/2014/main" id="{D20774C8-6E1E-883B-1451-D48DCAAAA0AC}"/>
              </a:ext>
            </a:extLst>
          </p:cNvPr>
          <p:cNvCxnSpPr>
            <a:cxnSpLocks/>
            <a:stCxn id="8" idx="3"/>
            <a:endCxn id="42" idx="2"/>
          </p:cNvCxnSpPr>
          <p:nvPr/>
        </p:nvCxnSpPr>
        <p:spPr>
          <a:xfrm>
            <a:off x="9784243" y="3429000"/>
            <a:ext cx="4320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7434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áblázat 5">
            <a:extLst>
              <a:ext uri="{FF2B5EF4-FFF2-40B4-BE49-F238E27FC236}">
                <a16:creationId xmlns:a16="http://schemas.microsoft.com/office/drawing/2014/main" id="{719CE2F0-B292-F1EB-8BA2-6C8888E729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6609622"/>
              </p:ext>
            </p:extLst>
          </p:nvPr>
        </p:nvGraphicFramePr>
        <p:xfrm>
          <a:off x="1347216" y="1188720"/>
          <a:ext cx="9320784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5024">
                  <a:extLst>
                    <a:ext uri="{9D8B030D-6E8A-4147-A177-3AD203B41FA5}">
                      <a16:colId xmlns:a16="http://schemas.microsoft.com/office/drawing/2014/main" val="4139888159"/>
                    </a:ext>
                  </a:extLst>
                </a:gridCol>
                <a:gridCol w="4175760">
                  <a:extLst>
                    <a:ext uri="{9D8B030D-6E8A-4147-A177-3AD203B41FA5}">
                      <a16:colId xmlns:a16="http://schemas.microsoft.com/office/drawing/2014/main" val="2969731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1800"/>
                        </a:spcAft>
                      </a:pPr>
                      <a:r>
                        <a:rPr lang="hu-HU" sz="4800" b="0" noProof="1">
                          <a:solidFill>
                            <a:schemeClr val="tx1"/>
                          </a:solidFill>
                        </a:rPr>
                        <a:t>Tokenek:</a:t>
                      </a:r>
                    </a:p>
                    <a:p>
                      <a:r>
                        <a:rPr lang="hu-HU" sz="4800" b="0" noProof="1">
                          <a:solidFill>
                            <a:schemeClr val="tx1"/>
                          </a:solidFill>
                          <a:highlight>
                            <a:srgbClr val="29AD3C"/>
                          </a:highlight>
                        </a:rPr>
                        <a:t>[0-9]+</a:t>
                      </a:r>
                    </a:p>
                    <a:p>
                      <a:r>
                        <a:rPr lang="hu-HU" sz="4800" b="0" noProof="1">
                          <a:solidFill>
                            <a:schemeClr val="tx1"/>
                          </a:solidFill>
                        </a:rPr>
                        <a:t>[1-9][0-9]*\.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4800" b="0" noProof="1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</a:rPr>
                        <a:t>[1-9][0-9]*\.[0-9]+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4800" b="0" noProof="1">
                          <a:solidFill>
                            <a:schemeClr val="tx1"/>
                          </a:solidFill>
                        </a:rPr>
                        <a:t>Keresett szó: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4800" b="0" noProof="1">
                          <a:solidFill>
                            <a:schemeClr val="tx1"/>
                          </a:solidFill>
                          <a:highlight>
                            <a:srgbClr val="29AD3C"/>
                          </a:highlight>
                        </a:rPr>
                        <a:t>2718</a:t>
                      </a:r>
                      <a:r>
                        <a:rPr lang="hu-HU" sz="4800" b="0" noProof="1">
                          <a:solidFill>
                            <a:schemeClr val="tx1"/>
                          </a:solidFill>
                        </a:rPr>
                        <a:t>.28</a:t>
                      </a:r>
                    </a:p>
                    <a:p>
                      <a:endParaRPr lang="hu-HU" sz="4800" b="0" noProof="1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57222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6536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0618C48D-49F3-472D-CBBC-4CBD3858C0B0}"/>
              </a:ext>
            </a:extLst>
          </p:cNvPr>
          <p:cNvSpPr/>
          <p:nvPr/>
        </p:nvSpPr>
        <p:spPr>
          <a:xfrm>
            <a:off x="4945930" y="2108461"/>
            <a:ext cx="2300140" cy="132053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400" noProof="1"/>
              <a:t>ViewModel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6A9DF171-912B-2299-17F3-534B543DE34A}"/>
              </a:ext>
            </a:extLst>
          </p:cNvPr>
          <p:cNvGrpSpPr/>
          <p:nvPr/>
        </p:nvGrpSpPr>
        <p:grpSpPr>
          <a:xfrm>
            <a:off x="1994554" y="3984395"/>
            <a:ext cx="8202891" cy="1320539"/>
            <a:chOff x="2677212" y="3465921"/>
            <a:chExt cx="8202891" cy="1320539"/>
          </a:xfrm>
        </p:grpSpPr>
        <p:sp>
          <p:nvSpPr>
            <p:cNvPr id="4" name="Téglalap: lekerekített 3">
              <a:extLst>
                <a:ext uri="{FF2B5EF4-FFF2-40B4-BE49-F238E27FC236}">
                  <a16:creationId xmlns:a16="http://schemas.microsoft.com/office/drawing/2014/main" id="{F2FF13C8-EDE3-1767-1446-DCDE4507A206}"/>
                </a:ext>
              </a:extLst>
            </p:cNvPr>
            <p:cNvSpPr/>
            <p:nvPr/>
          </p:nvSpPr>
          <p:spPr>
            <a:xfrm>
              <a:off x="2677212" y="3465921"/>
              <a:ext cx="2300140" cy="1320539"/>
            </a:xfrm>
            <a:prstGeom prst="roundRect">
              <a:avLst/>
            </a:prstGeom>
            <a:solidFill>
              <a:srgbClr val="FBB7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2400" noProof="1"/>
                <a:t>Model</a:t>
              </a:r>
            </a:p>
          </p:txBody>
        </p:sp>
        <p:sp>
          <p:nvSpPr>
            <p:cNvPr id="6" name="Téglalap: lekerekített 5">
              <a:extLst>
                <a:ext uri="{FF2B5EF4-FFF2-40B4-BE49-F238E27FC236}">
                  <a16:creationId xmlns:a16="http://schemas.microsoft.com/office/drawing/2014/main" id="{A0249D09-687D-89EF-43CA-F638BBD84599}"/>
                </a:ext>
              </a:extLst>
            </p:cNvPr>
            <p:cNvSpPr/>
            <p:nvPr/>
          </p:nvSpPr>
          <p:spPr>
            <a:xfrm>
              <a:off x="8579963" y="3465921"/>
              <a:ext cx="2300140" cy="1320539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2400" noProof="1"/>
                <a:t>View</a:t>
              </a:r>
            </a:p>
          </p:txBody>
        </p:sp>
      </p:grpSp>
      <p:sp>
        <p:nvSpPr>
          <p:cNvPr id="10" name="Nyíl: kanyarodó 9">
            <a:extLst>
              <a:ext uri="{FF2B5EF4-FFF2-40B4-BE49-F238E27FC236}">
                <a16:creationId xmlns:a16="http://schemas.microsoft.com/office/drawing/2014/main" id="{AAB88164-6E2F-611B-630E-6F7B3C8C4569}"/>
              </a:ext>
            </a:extLst>
          </p:cNvPr>
          <p:cNvSpPr/>
          <p:nvPr/>
        </p:nvSpPr>
        <p:spPr>
          <a:xfrm>
            <a:off x="3579042" y="2743201"/>
            <a:ext cx="1247482" cy="1121790"/>
          </a:xfrm>
          <a:prstGeom prst="bentArrow">
            <a:avLst>
              <a:gd name="adj1" fmla="val 1306"/>
              <a:gd name="adj2" fmla="val 3091"/>
              <a:gd name="adj3" fmla="val 9112"/>
              <a:gd name="adj4" fmla="val 437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1">
              <a:solidFill>
                <a:schemeClr val="tx1"/>
              </a:solidFill>
            </a:endParaRPr>
          </a:p>
        </p:txBody>
      </p:sp>
      <p:sp>
        <p:nvSpPr>
          <p:cNvPr id="11" name="Nyíl: kanyarodó 10">
            <a:extLst>
              <a:ext uri="{FF2B5EF4-FFF2-40B4-BE49-F238E27FC236}">
                <a16:creationId xmlns:a16="http://schemas.microsoft.com/office/drawing/2014/main" id="{67237632-E7BA-F663-C624-5FF9A2909025}"/>
              </a:ext>
            </a:extLst>
          </p:cNvPr>
          <p:cNvSpPr/>
          <p:nvPr/>
        </p:nvSpPr>
        <p:spPr>
          <a:xfrm flipH="1" flipV="1">
            <a:off x="4389748" y="3551156"/>
            <a:ext cx="1247481" cy="1121790"/>
          </a:xfrm>
          <a:prstGeom prst="bentArrow">
            <a:avLst>
              <a:gd name="adj1" fmla="val 1306"/>
              <a:gd name="adj2" fmla="val 3091"/>
              <a:gd name="adj3" fmla="val 9112"/>
              <a:gd name="adj4" fmla="val 437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1">
              <a:solidFill>
                <a:schemeClr val="tx1"/>
              </a:solidFill>
            </a:endParaRPr>
          </a:p>
        </p:txBody>
      </p:sp>
      <p:sp>
        <p:nvSpPr>
          <p:cNvPr id="12" name="Nyíl: kanyarodó 11">
            <a:extLst>
              <a:ext uri="{FF2B5EF4-FFF2-40B4-BE49-F238E27FC236}">
                <a16:creationId xmlns:a16="http://schemas.microsoft.com/office/drawing/2014/main" id="{897FBBE2-B78E-FCCD-A6C0-A99C7BB363BB}"/>
              </a:ext>
            </a:extLst>
          </p:cNvPr>
          <p:cNvSpPr/>
          <p:nvPr/>
        </p:nvSpPr>
        <p:spPr>
          <a:xfrm flipV="1">
            <a:off x="6554770" y="3551156"/>
            <a:ext cx="1247481" cy="1121790"/>
          </a:xfrm>
          <a:prstGeom prst="bentArrow">
            <a:avLst>
              <a:gd name="adj1" fmla="val 1306"/>
              <a:gd name="adj2" fmla="val 3091"/>
              <a:gd name="adj3" fmla="val 9112"/>
              <a:gd name="adj4" fmla="val 437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1">
              <a:solidFill>
                <a:schemeClr val="tx1"/>
              </a:solidFill>
            </a:endParaRPr>
          </a:p>
        </p:txBody>
      </p:sp>
      <p:sp>
        <p:nvSpPr>
          <p:cNvPr id="13" name="Nyíl: kanyarodó 12">
            <a:extLst>
              <a:ext uri="{FF2B5EF4-FFF2-40B4-BE49-F238E27FC236}">
                <a16:creationId xmlns:a16="http://schemas.microsoft.com/office/drawing/2014/main" id="{306D2143-E8DF-81B4-2E16-0A02F679F84C}"/>
              </a:ext>
            </a:extLst>
          </p:cNvPr>
          <p:cNvSpPr/>
          <p:nvPr/>
        </p:nvSpPr>
        <p:spPr>
          <a:xfrm flipH="1">
            <a:off x="7365476" y="2740451"/>
            <a:ext cx="1247482" cy="1121790"/>
          </a:xfrm>
          <a:prstGeom prst="bentArrow">
            <a:avLst>
              <a:gd name="adj1" fmla="val 1306"/>
              <a:gd name="adj2" fmla="val 3091"/>
              <a:gd name="adj3" fmla="val 9112"/>
              <a:gd name="adj4" fmla="val 437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1">
              <a:solidFill>
                <a:schemeClr val="tx1"/>
              </a:solidFill>
            </a:endParaRP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6B56D925-EFF0-4298-F77E-F80250641DF8}"/>
              </a:ext>
            </a:extLst>
          </p:cNvPr>
          <p:cNvSpPr txBox="1"/>
          <p:nvPr/>
        </p:nvSpPr>
        <p:spPr>
          <a:xfrm>
            <a:off x="2853536" y="2623797"/>
            <a:ext cx="822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noProof="1"/>
              <a:t>Notify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1CB4216A-FCC8-0B3A-829B-CC3B0BE1752E}"/>
              </a:ext>
            </a:extLst>
          </p:cNvPr>
          <p:cNvSpPr txBox="1"/>
          <p:nvPr/>
        </p:nvSpPr>
        <p:spPr>
          <a:xfrm>
            <a:off x="8515546" y="2555785"/>
            <a:ext cx="77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noProof="1"/>
              <a:t>Event</a:t>
            </a:r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DB7B99DF-ADEF-421F-21DB-062C6734DCC7}"/>
              </a:ext>
            </a:extLst>
          </p:cNvPr>
          <p:cNvSpPr txBox="1"/>
          <p:nvPr/>
        </p:nvSpPr>
        <p:spPr>
          <a:xfrm>
            <a:off x="4814311" y="4672946"/>
            <a:ext cx="94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noProof="1"/>
              <a:t>Update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F75527A9-434B-BC49-6AD7-CF87CF10C02A}"/>
              </a:ext>
            </a:extLst>
          </p:cNvPr>
          <p:cNvSpPr txBox="1"/>
          <p:nvPr/>
        </p:nvSpPr>
        <p:spPr>
          <a:xfrm>
            <a:off x="6392167" y="464466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noProof="1"/>
              <a:t>Binding</a:t>
            </a:r>
          </a:p>
        </p:txBody>
      </p:sp>
    </p:spTree>
    <p:extLst>
      <p:ext uri="{BB962C8B-B14F-4D97-AF65-F5344CB8AC3E}">
        <p14:creationId xmlns:p14="http://schemas.microsoft.com/office/powerpoint/2010/main" val="3070118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44</Words>
  <Application>Microsoft Office PowerPoint</Application>
  <PresentationFormat>Szélesvásznú</PresentationFormat>
  <Paragraphs>27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Office-téma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Trefiman Viktor Ádám</dc:creator>
  <cp:lastModifiedBy>Trefiman Viktor Ádám</cp:lastModifiedBy>
  <cp:revision>2</cp:revision>
  <dcterms:created xsi:type="dcterms:W3CDTF">2026-04-30T07:02:24Z</dcterms:created>
  <dcterms:modified xsi:type="dcterms:W3CDTF">2026-04-30T18:14:32Z</dcterms:modified>
</cp:coreProperties>
</file>